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26"/>
  </p:notesMasterIdLst>
  <p:sldIdLst>
    <p:sldId id="256" r:id="rId2"/>
    <p:sldId id="270" r:id="rId3"/>
    <p:sldId id="276" r:id="rId4"/>
    <p:sldId id="275" r:id="rId5"/>
    <p:sldId id="281" r:id="rId6"/>
    <p:sldId id="278" r:id="rId7"/>
    <p:sldId id="284" r:id="rId8"/>
    <p:sldId id="286" r:id="rId9"/>
    <p:sldId id="291" r:id="rId10"/>
    <p:sldId id="290" r:id="rId11"/>
    <p:sldId id="288" r:id="rId12"/>
    <p:sldId id="269" r:id="rId13"/>
    <p:sldId id="271" r:id="rId14"/>
    <p:sldId id="260" r:id="rId15"/>
    <p:sldId id="266" r:id="rId16"/>
    <p:sldId id="267" r:id="rId17"/>
    <p:sldId id="279" r:id="rId18"/>
    <p:sldId id="285" r:id="rId19"/>
    <p:sldId id="287" r:id="rId20"/>
    <p:sldId id="294" r:id="rId21"/>
    <p:sldId id="293" r:id="rId22"/>
    <p:sldId id="272" r:id="rId23"/>
    <p:sldId id="261" r:id="rId24"/>
    <p:sldId id="263" r:id="rId25"/>
  </p:sldIdLst>
  <p:sldSz cx="12192000" cy="6858000"/>
  <p:notesSz cx="6858000" cy="9144000"/>
  <p:defaultText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6B399A1-55DF-BEC5-97F1-4D75D68490A7}" v="570" dt="2026-04-29T15:54:54.939"/>
    <p1510:client id="{396DD4F3-5770-6145-6278-4FB10A9DE7D8}" v="1586" dt="2026-04-29T15:56:23.082"/>
    <p1510:client id="{39F6DF01-4FAB-34A7-63C8-17E8C80FBCAE}" v="800" dt="2026-04-29T15:53:29.957"/>
    <p1510:client id="{4226053C-F71F-75DB-FB27-1188AD81A8FB}" v="7" dt="2026-04-29T09:51:13.560"/>
    <p1510:client id="{465BE342-2811-62BD-2315-194AEC090685}" v="13" dt="2026-04-30T13:59:28.349"/>
    <p1510:client id="{63A2A324-54F5-2F72-16EB-B47D00B63C75}" v="4" dt="2026-04-29T14:34:45.541"/>
    <p1510:client id="{6557F524-9408-F12D-C7D2-7CE180151AB5}" v="4" dt="2026-04-30T12:48:55.233"/>
    <p1510:client id="{6E36D025-B74F-D9DE-94FA-24AA10BE03E9}" v="740" dt="2026-04-29T08:59:35.424"/>
    <p1510:client id="{73E7C7C4-2022-6311-A305-617BEE13827B}" v="2384" dt="2026-04-29T15:55:52.356"/>
    <p1510:client id="{7A5092F8-CD91-7240-3072-6A2DDB2437B7}" v="2838" dt="2026-04-29T15:49:37.910"/>
    <p1510:client id="{7D8A33E9-6854-F8E5-76F1-0BFB84921A39}" v="341" dt="2026-04-28T22:48:02.252"/>
    <p1510:client id="{88F3D214-4FA8-4990-0039-7EBD8A5FE068}" v="214" dt="2026-04-28T16:08:25.290"/>
    <p1510:client id="{90AEC783-BD74-62B6-A3D6-3EAEB46B3DB3}" v="2763" dt="2026-04-28T20:45:34.461"/>
    <p1510:client id="{914A1EEC-CD9E-8CD7-6313-7340985411F4}" v="1" dt="2026-04-29T21:22:17.743"/>
    <p1510:client id="{993388D1-6134-03F7-5B46-AD733F378BE7}" v="445" dt="2026-04-29T15:22:56.830"/>
    <p1510:client id="{BC664565-ABB1-C1CC-56A9-3306327EA87A}" v="435" dt="2026-04-29T14:32:55.969"/>
    <p1510:client id="{BFCEAA6A-D085-F9C0-F39F-4DED6C42AD5E}" v="229" dt="2026-04-29T15:12:25.267"/>
    <p1510:client id="{DFF857BD-3C6E-6753-1C6C-9368608788F0}" v="409" dt="2026-04-28T22:33:44.318"/>
    <p1510:client id="{EE5A7CC7-B75F-6357-19EB-1482916FE8BD}" v="3" dt="2026-04-28T23:29:41.302"/>
    <p1510:client id="{F2893730-C2F4-9D3A-9336-CC12B5BD995D}" v="2529" dt="2026-04-29T13:59:10.68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j Sidhu" userId="S::w2047567@westminster.ac.uk::efac74f3-1969-4fe7-b322-6703bb032ec9" providerId="AD" clId="Web-{993388D1-6134-03F7-5B46-AD733F378BE7}"/>
    <pc:docChg chg="addSld delSld modSld">
      <pc:chgData name="Cj Sidhu" userId="S::w2047567@westminster.ac.uk::efac74f3-1969-4fe7-b322-6703bb032ec9" providerId="AD" clId="Web-{993388D1-6134-03F7-5B46-AD733F378BE7}" dt="2026-04-29T15:22:56.830" v="393"/>
      <pc:docMkLst>
        <pc:docMk/>
      </pc:docMkLst>
      <pc:sldChg chg="modSp">
        <pc:chgData name="Cj Sidhu" userId="S::w2047567@westminster.ac.uk::efac74f3-1969-4fe7-b322-6703bb032ec9" providerId="AD" clId="Web-{993388D1-6134-03F7-5B46-AD733F378BE7}" dt="2026-04-29T11:11:00.299" v="4" actId="20577"/>
        <pc:sldMkLst>
          <pc:docMk/>
          <pc:sldMk cId="3905788231" sldId="259"/>
        </pc:sldMkLst>
        <pc:spChg chg="mod">
          <ac:chgData name="Cj Sidhu" userId="S::w2047567@westminster.ac.uk::efac74f3-1969-4fe7-b322-6703bb032ec9" providerId="AD" clId="Web-{993388D1-6134-03F7-5B46-AD733F378BE7}" dt="2026-04-29T11:11:00.299" v="4" actId="20577"/>
          <ac:spMkLst>
            <pc:docMk/>
            <pc:sldMk cId="3905788231" sldId="259"/>
            <ac:spMk id="3" creationId="{C5F28945-A47B-1BEE-290A-051232822D27}"/>
          </ac:spMkLst>
        </pc:spChg>
      </pc:sldChg>
      <pc:sldChg chg="modSp">
        <pc:chgData name="Cj Sidhu" userId="S::w2047567@westminster.ac.uk::efac74f3-1969-4fe7-b322-6703bb032ec9" providerId="AD" clId="Web-{993388D1-6134-03F7-5B46-AD733F378BE7}" dt="2026-04-29T14:43:27.332" v="285" actId="20577"/>
        <pc:sldMkLst>
          <pc:docMk/>
          <pc:sldMk cId="3432120968" sldId="260"/>
        </pc:sldMkLst>
        <pc:spChg chg="mod">
          <ac:chgData name="Cj Sidhu" userId="S::w2047567@westminster.ac.uk::efac74f3-1969-4fe7-b322-6703bb032ec9" providerId="AD" clId="Web-{993388D1-6134-03F7-5B46-AD733F378BE7}" dt="2026-04-29T14:43:27.332" v="285" actId="20577"/>
          <ac:spMkLst>
            <pc:docMk/>
            <pc:sldMk cId="3432120968" sldId="260"/>
            <ac:spMk id="2" creationId="{97ACFC65-9539-AD88-14B9-5DB1D103567D}"/>
          </ac:spMkLst>
        </pc:spChg>
        <pc:spChg chg="mod">
          <ac:chgData name="Cj Sidhu" userId="S::w2047567@westminster.ac.uk::efac74f3-1969-4fe7-b322-6703bb032ec9" providerId="AD" clId="Web-{993388D1-6134-03F7-5B46-AD733F378BE7}" dt="2026-04-29T13:26:25.265" v="59" actId="20577"/>
          <ac:spMkLst>
            <pc:docMk/>
            <pc:sldMk cId="3432120968" sldId="260"/>
            <ac:spMk id="5" creationId="{E7B66C8D-E777-2E95-8730-DC3870B5C296}"/>
          </ac:spMkLst>
        </pc:spChg>
      </pc:sldChg>
      <pc:sldChg chg="modSp">
        <pc:chgData name="Cj Sidhu" userId="S::w2047567@westminster.ac.uk::efac74f3-1969-4fe7-b322-6703bb032ec9" providerId="AD" clId="Web-{993388D1-6134-03F7-5B46-AD733F378BE7}" dt="2026-04-29T13:24:43.040" v="57" actId="20577"/>
        <pc:sldMkLst>
          <pc:docMk/>
          <pc:sldMk cId="3723731336" sldId="264"/>
        </pc:sldMkLst>
        <pc:spChg chg="mod">
          <ac:chgData name="Cj Sidhu" userId="S::w2047567@westminster.ac.uk::efac74f3-1969-4fe7-b322-6703bb032ec9" providerId="AD" clId="Web-{993388D1-6134-03F7-5B46-AD733F378BE7}" dt="2026-04-29T13:24:43.040" v="57" actId="20577"/>
          <ac:spMkLst>
            <pc:docMk/>
            <pc:sldMk cId="3723731336" sldId="264"/>
            <ac:spMk id="3" creationId="{0613422F-68A2-DD55-5ABB-C5073625F671}"/>
          </ac:spMkLst>
        </pc:spChg>
      </pc:sldChg>
      <pc:sldChg chg="modSp">
        <pc:chgData name="Cj Sidhu" userId="S::w2047567@westminster.ac.uk::efac74f3-1969-4fe7-b322-6703bb032ec9" providerId="AD" clId="Web-{993388D1-6134-03F7-5B46-AD733F378BE7}" dt="2026-04-29T14:06:41.237" v="176" actId="20577"/>
        <pc:sldMkLst>
          <pc:docMk/>
          <pc:sldMk cId="3042518765" sldId="266"/>
        </pc:sldMkLst>
        <pc:spChg chg="mod">
          <ac:chgData name="Cj Sidhu" userId="S::w2047567@westminster.ac.uk::efac74f3-1969-4fe7-b322-6703bb032ec9" providerId="AD" clId="Web-{993388D1-6134-03F7-5B46-AD733F378BE7}" dt="2026-04-29T14:06:41.237" v="176" actId="20577"/>
          <ac:spMkLst>
            <pc:docMk/>
            <pc:sldMk cId="3042518765" sldId="266"/>
            <ac:spMk id="2" creationId="{C46ACDA9-B4AA-6FCA-AE61-F40A6E2B31F6}"/>
          </ac:spMkLst>
        </pc:spChg>
      </pc:sldChg>
      <pc:sldChg chg="modSp">
        <pc:chgData name="Cj Sidhu" userId="S::w2047567@westminster.ac.uk::efac74f3-1969-4fe7-b322-6703bb032ec9" providerId="AD" clId="Web-{993388D1-6134-03F7-5B46-AD733F378BE7}" dt="2026-04-29T13:19:20.468" v="27" actId="20577"/>
        <pc:sldMkLst>
          <pc:docMk/>
          <pc:sldMk cId="1459111670" sldId="268"/>
        </pc:sldMkLst>
        <pc:spChg chg="mod">
          <ac:chgData name="Cj Sidhu" userId="S::w2047567@westminster.ac.uk::efac74f3-1969-4fe7-b322-6703bb032ec9" providerId="AD" clId="Web-{993388D1-6134-03F7-5B46-AD733F378BE7}" dt="2026-04-29T13:19:20.468" v="27" actId="20577"/>
          <ac:spMkLst>
            <pc:docMk/>
            <pc:sldMk cId="1459111670" sldId="268"/>
            <ac:spMk id="3" creationId="{9C97FF06-C1A1-0984-3E36-17EC99D30A73}"/>
          </ac:spMkLst>
        </pc:spChg>
      </pc:sldChg>
      <pc:sldChg chg="modSp">
        <pc:chgData name="Cj Sidhu" userId="S::w2047567@westminster.ac.uk::efac74f3-1969-4fe7-b322-6703bb032ec9" providerId="AD" clId="Web-{993388D1-6134-03F7-5B46-AD733F378BE7}" dt="2026-04-29T13:20:47.452" v="32" actId="20577"/>
        <pc:sldMkLst>
          <pc:docMk/>
          <pc:sldMk cId="1863431586" sldId="276"/>
        </pc:sldMkLst>
        <pc:spChg chg="mod">
          <ac:chgData name="Cj Sidhu" userId="S::w2047567@westminster.ac.uk::efac74f3-1969-4fe7-b322-6703bb032ec9" providerId="AD" clId="Web-{993388D1-6134-03F7-5B46-AD733F378BE7}" dt="2026-04-29T13:20:47.452" v="32" actId="20577"/>
          <ac:spMkLst>
            <pc:docMk/>
            <pc:sldMk cId="1863431586" sldId="276"/>
            <ac:spMk id="3" creationId="{D1E7F957-B0B5-0D09-2F5D-55EBB5F3FA65}"/>
          </ac:spMkLst>
        </pc:spChg>
      </pc:sldChg>
      <pc:sldChg chg="addSp modSp new">
        <pc:chgData name="Cj Sidhu" userId="S::w2047567@westminster.ac.uk::efac74f3-1969-4fe7-b322-6703bb032ec9" providerId="AD" clId="Web-{993388D1-6134-03F7-5B46-AD733F378BE7}" dt="2026-04-29T15:11:55.651" v="367" actId="20577"/>
        <pc:sldMkLst>
          <pc:docMk/>
          <pc:sldMk cId="2966320446" sldId="279"/>
        </pc:sldMkLst>
        <pc:spChg chg="mod">
          <ac:chgData name="Cj Sidhu" userId="S::w2047567@westminster.ac.uk::efac74f3-1969-4fe7-b322-6703bb032ec9" providerId="AD" clId="Web-{993388D1-6134-03F7-5B46-AD733F378BE7}" dt="2026-04-29T15:11:55.651" v="367" actId="20577"/>
          <ac:spMkLst>
            <pc:docMk/>
            <pc:sldMk cId="2966320446" sldId="279"/>
            <ac:spMk id="2" creationId="{AB1974B6-E336-AAE1-DC5D-FD7979061292}"/>
          </ac:spMkLst>
        </pc:spChg>
        <pc:spChg chg="mod">
          <ac:chgData name="Cj Sidhu" userId="S::w2047567@westminster.ac.uk::efac74f3-1969-4fe7-b322-6703bb032ec9" providerId="AD" clId="Web-{993388D1-6134-03F7-5B46-AD733F378BE7}" dt="2026-04-29T14:35:51.819" v="278" actId="20577"/>
          <ac:spMkLst>
            <pc:docMk/>
            <pc:sldMk cId="2966320446" sldId="279"/>
            <ac:spMk id="3" creationId="{015A7F05-61DC-2E82-EB0D-5CAE48B56A09}"/>
          </ac:spMkLst>
        </pc:spChg>
        <pc:spChg chg="mod">
          <ac:chgData name="Cj Sidhu" userId="S::w2047567@westminster.ac.uk::efac74f3-1969-4fe7-b322-6703bb032ec9" providerId="AD" clId="Web-{993388D1-6134-03F7-5B46-AD733F378BE7}" dt="2026-04-29T14:52:30.051" v="328" actId="20577"/>
          <ac:spMkLst>
            <pc:docMk/>
            <pc:sldMk cId="2966320446" sldId="279"/>
            <ac:spMk id="8" creationId="{28814780-F955-5795-DC45-34C5CFA0CFC2}"/>
          </ac:spMkLst>
        </pc:spChg>
        <pc:spChg chg="mod">
          <ac:chgData name="Cj Sidhu" userId="S::w2047567@westminster.ac.uk::efac74f3-1969-4fe7-b322-6703bb032ec9" providerId="AD" clId="Web-{993388D1-6134-03F7-5B46-AD733F378BE7}" dt="2026-04-29T14:52:24.051" v="326" actId="20577"/>
          <ac:spMkLst>
            <pc:docMk/>
            <pc:sldMk cId="2966320446" sldId="279"/>
            <ac:spMk id="9" creationId="{D10C972C-CEBA-AFAF-4FCD-F18680C8CD32}"/>
          </ac:spMkLst>
        </pc:spChg>
        <pc:picChg chg="mod">
          <ac:chgData name="Cj Sidhu" userId="S::w2047567@westminster.ac.uk::efac74f3-1969-4fe7-b322-6703bb032ec9" providerId="AD" clId="Web-{993388D1-6134-03F7-5B46-AD733F378BE7}" dt="2026-04-29T14:49:31.742" v="296" actId="14100"/>
          <ac:picMkLst>
            <pc:docMk/>
            <pc:sldMk cId="2966320446" sldId="279"/>
            <ac:picMk id="4" creationId="{F76FE19F-C917-0853-7E3A-0F85BABD0DD3}"/>
          </ac:picMkLst>
        </pc:picChg>
        <pc:picChg chg="add mod modCrop">
          <ac:chgData name="Cj Sidhu" userId="S::w2047567@westminster.ac.uk::efac74f3-1969-4fe7-b322-6703bb032ec9" providerId="AD" clId="Web-{993388D1-6134-03F7-5B46-AD733F378BE7}" dt="2026-04-29T14:48:44.518" v="293" actId="1076"/>
          <ac:picMkLst>
            <pc:docMk/>
            <pc:sldMk cId="2966320446" sldId="279"/>
            <ac:picMk id="5" creationId="{039EB88E-7F91-EEF3-945D-9C11281CF477}"/>
          </ac:picMkLst>
        </pc:picChg>
      </pc:sldChg>
      <pc:sldChg chg="addSp delSp modSp new add del">
        <pc:chgData name="Cj Sidhu" userId="S::w2047567@westminster.ac.uk::efac74f3-1969-4fe7-b322-6703bb032ec9" providerId="AD" clId="Web-{993388D1-6134-03F7-5B46-AD733F378BE7}" dt="2026-04-29T15:22:21.044" v="392" actId="1076"/>
        <pc:sldMkLst>
          <pc:docMk/>
          <pc:sldMk cId="2459647778" sldId="285"/>
        </pc:sldMkLst>
        <pc:spChg chg="mod">
          <ac:chgData name="Cj Sidhu" userId="S::w2047567@westminster.ac.uk::efac74f3-1969-4fe7-b322-6703bb032ec9" providerId="AD" clId="Web-{993388D1-6134-03F7-5B46-AD733F378BE7}" dt="2026-04-29T14:17:41.347" v="259" actId="14100"/>
          <ac:spMkLst>
            <pc:docMk/>
            <pc:sldMk cId="2459647778" sldId="285"/>
            <ac:spMk id="2" creationId="{6B826802-3D06-8B3F-D2ED-74F1FBD7C9E8}"/>
          </ac:spMkLst>
        </pc:spChg>
        <pc:spChg chg="add mod">
          <ac:chgData name="Cj Sidhu" userId="S::w2047567@westminster.ac.uk::efac74f3-1969-4fe7-b322-6703bb032ec9" providerId="AD" clId="Web-{993388D1-6134-03F7-5B46-AD733F378BE7}" dt="2026-04-29T15:21:46.024" v="387" actId="1076"/>
          <ac:spMkLst>
            <pc:docMk/>
            <pc:sldMk cId="2459647778" sldId="285"/>
            <ac:spMk id="3" creationId="{2F3D3922-6985-484F-9D39-508E89ED33A1}"/>
          </ac:spMkLst>
        </pc:spChg>
        <pc:spChg chg="mod">
          <ac:chgData name="Cj Sidhu" userId="S::w2047567@westminster.ac.uk::efac74f3-1969-4fe7-b322-6703bb032ec9" providerId="AD" clId="Web-{993388D1-6134-03F7-5B46-AD733F378BE7}" dt="2026-04-29T14:17:49.113" v="261" actId="14100"/>
          <ac:spMkLst>
            <pc:docMk/>
            <pc:sldMk cId="2459647778" sldId="285"/>
            <ac:spMk id="3" creationId="{AC917002-BA6E-4D32-2622-90A01B67556C}"/>
          </ac:spMkLst>
        </pc:spChg>
        <pc:spChg chg="mod">
          <ac:chgData name="Cj Sidhu" userId="S::w2047567@westminster.ac.uk::efac74f3-1969-4fe7-b322-6703bb032ec9" providerId="AD" clId="Web-{993388D1-6134-03F7-5B46-AD733F378BE7}" dt="2026-04-29T14:47:22.070" v="291" actId="20577"/>
          <ac:spMkLst>
            <pc:docMk/>
            <pc:sldMk cId="2459647778" sldId="285"/>
            <ac:spMk id="4" creationId="{88CF292B-4BC6-3CBC-DB15-B91DB0493E09}"/>
          </ac:spMkLst>
        </pc:spChg>
        <pc:spChg chg="del">
          <ac:chgData name="Cj Sidhu" userId="S::w2047567@westminster.ac.uk::efac74f3-1969-4fe7-b322-6703bb032ec9" providerId="AD" clId="Web-{993388D1-6134-03F7-5B46-AD733F378BE7}" dt="2026-04-29T15:12:44.012" v="371"/>
          <ac:spMkLst>
            <pc:docMk/>
            <pc:sldMk cId="2459647778" sldId="285"/>
            <ac:spMk id="9" creationId="{1B6F91D6-1B5F-18C2-49B5-0124B4C53671}"/>
          </ac:spMkLst>
        </pc:spChg>
        <pc:spChg chg="mod">
          <ac:chgData name="Cj Sidhu" userId="S::w2047567@westminster.ac.uk::efac74f3-1969-4fe7-b322-6703bb032ec9" providerId="AD" clId="Web-{993388D1-6134-03F7-5B46-AD733F378BE7}" dt="2026-04-29T15:22:03.980" v="389" actId="1076"/>
          <ac:spMkLst>
            <pc:docMk/>
            <pc:sldMk cId="2459647778" sldId="285"/>
            <ac:spMk id="10" creationId="{6584CD43-AC0C-19EA-5385-0C000DE0EF4D}"/>
          </ac:spMkLst>
        </pc:spChg>
        <pc:spChg chg="mod">
          <ac:chgData name="Cj Sidhu" userId="S::w2047567@westminster.ac.uk::efac74f3-1969-4fe7-b322-6703bb032ec9" providerId="AD" clId="Web-{993388D1-6134-03F7-5B46-AD733F378BE7}" dt="2026-04-29T15:22:19.341" v="391" actId="1076"/>
          <ac:spMkLst>
            <pc:docMk/>
            <pc:sldMk cId="2459647778" sldId="285"/>
            <ac:spMk id="11" creationId="{BBE4C18C-D467-203D-CE57-30522280BAF9}"/>
          </ac:spMkLst>
        </pc:spChg>
        <pc:picChg chg="mod">
          <ac:chgData name="Cj Sidhu" userId="S::w2047567@westminster.ac.uk::efac74f3-1969-4fe7-b322-6703bb032ec9" providerId="AD" clId="Web-{993388D1-6134-03F7-5B46-AD733F378BE7}" dt="2026-04-29T14:21:51.123" v="262" actId="1076"/>
          <ac:picMkLst>
            <pc:docMk/>
            <pc:sldMk cId="2459647778" sldId="285"/>
            <ac:picMk id="5" creationId="{440CD211-24D5-5CE5-5DCF-C0474692ADC1}"/>
          </ac:picMkLst>
        </pc:picChg>
        <pc:picChg chg="mod">
          <ac:chgData name="Cj Sidhu" userId="S::w2047567@westminster.ac.uk::efac74f3-1969-4fe7-b322-6703bb032ec9" providerId="AD" clId="Web-{993388D1-6134-03F7-5B46-AD733F378BE7}" dt="2026-04-29T15:22:00.073" v="388" actId="1076"/>
          <ac:picMkLst>
            <pc:docMk/>
            <pc:sldMk cId="2459647778" sldId="285"/>
            <ac:picMk id="6" creationId="{2E850AEE-549B-95DF-05E8-1EC3A9DFCA5B}"/>
          </ac:picMkLst>
        </pc:picChg>
        <pc:picChg chg="del">
          <ac:chgData name="Cj Sidhu" userId="S::w2047567@westminster.ac.uk::efac74f3-1969-4fe7-b322-6703bb032ec9" providerId="AD" clId="Web-{993388D1-6134-03F7-5B46-AD733F378BE7}" dt="2026-04-29T15:12:37.762" v="370"/>
          <ac:picMkLst>
            <pc:docMk/>
            <pc:sldMk cId="2459647778" sldId="285"/>
            <ac:picMk id="7" creationId="{56283B43-B881-7447-5613-766F450F80F3}"/>
          </ac:picMkLst>
        </pc:picChg>
        <pc:picChg chg="mod">
          <ac:chgData name="Cj Sidhu" userId="S::w2047567@westminster.ac.uk::efac74f3-1969-4fe7-b322-6703bb032ec9" providerId="AD" clId="Web-{993388D1-6134-03F7-5B46-AD733F378BE7}" dt="2026-04-29T15:21:40.024" v="386" actId="1076"/>
          <ac:picMkLst>
            <pc:docMk/>
            <pc:sldMk cId="2459647778" sldId="285"/>
            <ac:picMk id="12" creationId="{4A8637CB-D652-8D9A-AA0E-C345FB63D64B}"/>
          </ac:picMkLst>
        </pc:picChg>
        <pc:picChg chg="mod">
          <ac:chgData name="Cj Sidhu" userId="S::w2047567@westminster.ac.uk::efac74f3-1969-4fe7-b322-6703bb032ec9" providerId="AD" clId="Web-{993388D1-6134-03F7-5B46-AD733F378BE7}" dt="2026-04-29T15:22:21.044" v="392" actId="1076"/>
          <ac:picMkLst>
            <pc:docMk/>
            <pc:sldMk cId="2459647778" sldId="285"/>
            <ac:picMk id="13" creationId="{9F02CC1A-C6BB-7663-E205-D6BEC23089EA}"/>
          </ac:picMkLst>
        </pc:picChg>
      </pc:sldChg>
      <pc:sldChg chg="modSp">
        <pc:chgData name="Cj Sidhu" userId="S::w2047567@westminster.ac.uk::efac74f3-1969-4fe7-b322-6703bb032ec9" providerId="AD" clId="Web-{993388D1-6134-03F7-5B46-AD733F378BE7}" dt="2026-04-29T14:40:20.516" v="283" actId="1076"/>
        <pc:sldMkLst>
          <pc:docMk/>
          <pc:sldMk cId="3853811330" sldId="287"/>
        </pc:sldMkLst>
        <pc:picChg chg="mod">
          <ac:chgData name="Cj Sidhu" userId="S::w2047567@westminster.ac.uk::efac74f3-1969-4fe7-b322-6703bb032ec9" providerId="AD" clId="Web-{993388D1-6134-03F7-5B46-AD733F378BE7}" dt="2026-04-29T14:40:20.516" v="283" actId="1076"/>
          <ac:picMkLst>
            <pc:docMk/>
            <pc:sldMk cId="3853811330" sldId="287"/>
            <ac:picMk id="7" creationId="{936AE558-D95E-73F8-66A8-586ED3F5B768}"/>
          </ac:picMkLst>
        </pc:picChg>
        <pc:picChg chg="mod">
          <ac:chgData name="Cj Sidhu" userId="S::w2047567@westminster.ac.uk::efac74f3-1969-4fe7-b322-6703bb032ec9" providerId="AD" clId="Web-{993388D1-6134-03F7-5B46-AD733F378BE7}" dt="2026-04-29T14:38:39.747" v="281" actId="14100"/>
          <ac:picMkLst>
            <pc:docMk/>
            <pc:sldMk cId="3853811330" sldId="287"/>
            <ac:picMk id="8" creationId="{2DD80992-427C-BDCB-9232-67DF11F7591D}"/>
          </ac:picMkLst>
        </pc:picChg>
        <pc:picChg chg="mod">
          <ac:chgData name="Cj Sidhu" userId="S::w2047567@westminster.ac.uk::efac74f3-1969-4fe7-b322-6703bb032ec9" providerId="AD" clId="Web-{993388D1-6134-03F7-5B46-AD733F378BE7}" dt="2026-04-29T14:40:17.375" v="282" actId="1076"/>
          <ac:picMkLst>
            <pc:docMk/>
            <pc:sldMk cId="3853811330" sldId="287"/>
            <ac:picMk id="9" creationId="{126C80D1-B32F-0440-5127-64BDB3F5BE28}"/>
          </ac:picMkLst>
        </pc:picChg>
      </pc:sldChg>
      <pc:sldChg chg="new">
        <pc:chgData name="Cj Sidhu" userId="S::w2047567@westminster.ac.uk::efac74f3-1969-4fe7-b322-6703bb032ec9" providerId="AD" clId="Web-{993388D1-6134-03F7-5B46-AD733F378BE7}" dt="2026-04-29T15:22:56.830" v="393"/>
        <pc:sldMkLst>
          <pc:docMk/>
          <pc:sldMk cId="4095755210" sldId="292"/>
        </pc:sldMkLst>
      </pc:sldChg>
    </pc:docChg>
  </pc:docChgLst>
  <pc:docChgLst>
    <pc:chgData name="Gabriel Lopez Narvaez" userId="S::w2090932@westminster.ac.uk::f46d8341-c8d1-4acf-94b6-7912d5aa815b" providerId="AD" clId="Web-{7D8A33E9-6854-F8E5-76F1-0BFB84921A39}"/>
    <pc:docChg chg="addSld modSld">
      <pc:chgData name="Gabriel Lopez Narvaez" userId="S::w2090932@westminster.ac.uk::f46d8341-c8d1-4acf-94b6-7912d5aa815b" providerId="AD" clId="Web-{7D8A33E9-6854-F8E5-76F1-0BFB84921A39}" dt="2026-04-28T22:47:59.376" v="309" actId="20577"/>
      <pc:docMkLst>
        <pc:docMk/>
      </pc:docMkLst>
      <pc:sldChg chg="modSp">
        <pc:chgData name="Gabriel Lopez Narvaez" userId="S::w2090932@westminster.ac.uk::f46d8341-c8d1-4acf-94b6-7912d5aa815b" providerId="AD" clId="Web-{7D8A33E9-6854-F8E5-76F1-0BFB84921A39}" dt="2026-04-28T22:38:34.307" v="41" actId="1076"/>
        <pc:sldMkLst>
          <pc:docMk/>
          <pc:sldMk cId="3042518765" sldId="266"/>
        </pc:sldMkLst>
        <pc:picChg chg="mod ord">
          <ac:chgData name="Gabriel Lopez Narvaez" userId="S::w2090932@westminster.ac.uk::f46d8341-c8d1-4acf-94b6-7912d5aa815b" providerId="AD" clId="Web-{7D8A33E9-6854-F8E5-76F1-0BFB84921A39}" dt="2026-04-28T22:38:34.307" v="41" actId="1076"/>
          <ac:picMkLst>
            <pc:docMk/>
            <pc:sldMk cId="3042518765" sldId="266"/>
            <ac:picMk id="6" creationId="{C3A6ADA4-193B-ED74-CBA0-8648C1E55C3A}"/>
          </ac:picMkLst>
        </pc:picChg>
        <pc:picChg chg="mod ord">
          <ac:chgData name="Gabriel Lopez Narvaez" userId="S::w2090932@westminster.ac.uk::f46d8341-c8d1-4acf-94b6-7912d5aa815b" providerId="AD" clId="Web-{7D8A33E9-6854-F8E5-76F1-0BFB84921A39}" dt="2026-04-28T22:38:19.573" v="38" actId="1076"/>
          <ac:picMkLst>
            <pc:docMk/>
            <pc:sldMk cId="3042518765" sldId="266"/>
            <ac:picMk id="7" creationId="{B077F86E-B66B-A421-9722-4BB1141DFC93}"/>
          </ac:picMkLst>
        </pc:picChg>
        <pc:picChg chg="mod ord">
          <ac:chgData name="Gabriel Lopez Narvaez" userId="S::w2090932@westminster.ac.uk::f46d8341-c8d1-4acf-94b6-7912d5aa815b" providerId="AD" clId="Web-{7D8A33E9-6854-F8E5-76F1-0BFB84921A39}" dt="2026-04-28T22:38:06.354" v="35" actId="1076"/>
          <ac:picMkLst>
            <pc:docMk/>
            <pc:sldMk cId="3042518765" sldId="266"/>
            <ac:picMk id="8" creationId="{63E58067-88D9-5599-AC90-3BF05695DDFA}"/>
          </ac:picMkLst>
        </pc:picChg>
      </pc:sldChg>
      <pc:sldChg chg="addSp delSp modSp new">
        <pc:chgData name="Gabriel Lopez Narvaez" userId="S::w2090932@westminster.ac.uk::f46d8341-c8d1-4acf-94b6-7912d5aa815b" providerId="AD" clId="Web-{7D8A33E9-6854-F8E5-76F1-0BFB84921A39}" dt="2026-04-28T22:47:59.376" v="309" actId="20577"/>
        <pc:sldMkLst>
          <pc:docMk/>
          <pc:sldMk cId="1493264767" sldId="267"/>
        </pc:sldMkLst>
        <pc:spChg chg="mod">
          <ac:chgData name="Gabriel Lopez Narvaez" userId="S::w2090932@westminster.ac.uk::f46d8341-c8d1-4acf-94b6-7912d5aa815b" providerId="AD" clId="Web-{7D8A33E9-6854-F8E5-76F1-0BFB84921A39}" dt="2026-04-28T22:37:09.244" v="29" actId="20577"/>
          <ac:spMkLst>
            <pc:docMk/>
            <pc:sldMk cId="1493264767" sldId="267"/>
            <ac:spMk id="2" creationId="{8E874CD4-3418-883A-0A1D-2C5C107D68E5}"/>
          </ac:spMkLst>
        </pc:spChg>
        <pc:spChg chg="add">
          <ac:chgData name="Gabriel Lopez Narvaez" userId="S::w2090932@westminster.ac.uk::f46d8341-c8d1-4acf-94b6-7912d5aa815b" providerId="AD" clId="Web-{7D8A33E9-6854-F8E5-76F1-0BFB84921A39}" dt="2026-04-28T22:40:50.567" v="86"/>
          <ac:spMkLst>
            <pc:docMk/>
            <pc:sldMk cId="1493264767" sldId="267"/>
            <ac:spMk id="6" creationId="{686562AB-D73A-E31E-9341-58F381615941}"/>
          </ac:spMkLst>
        </pc:spChg>
        <pc:spChg chg="add mod">
          <ac:chgData name="Gabriel Lopez Narvaez" userId="S::w2090932@westminster.ac.uk::f46d8341-c8d1-4acf-94b6-7912d5aa815b" providerId="AD" clId="Web-{7D8A33E9-6854-F8E5-76F1-0BFB84921A39}" dt="2026-04-28T22:41:49.804" v="98" actId="1076"/>
          <ac:spMkLst>
            <pc:docMk/>
            <pc:sldMk cId="1493264767" sldId="267"/>
            <ac:spMk id="7" creationId="{E200CF55-AC73-6E67-8C80-A55EE1606EA4}"/>
          </ac:spMkLst>
        </pc:spChg>
        <pc:spChg chg="add mod">
          <ac:chgData name="Gabriel Lopez Narvaez" userId="S::w2090932@westminster.ac.uk::f46d8341-c8d1-4acf-94b6-7912d5aa815b" providerId="AD" clId="Web-{7D8A33E9-6854-F8E5-76F1-0BFB84921A39}" dt="2026-04-28T22:41:57.476" v="100" actId="1076"/>
          <ac:spMkLst>
            <pc:docMk/>
            <pc:sldMk cId="1493264767" sldId="267"/>
            <ac:spMk id="8" creationId="{DCB1BAB1-8F61-1825-7AC6-D567A6C4668A}"/>
          </ac:spMkLst>
        </pc:spChg>
        <pc:spChg chg="add mod">
          <ac:chgData name="Gabriel Lopez Narvaez" userId="S::w2090932@westminster.ac.uk::f46d8341-c8d1-4acf-94b6-7912d5aa815b" providerId="AD" clId="Web-{7D8A33E9-6854-F8E5-76F1-0BFB84921A39}" dt="2026-04-28T22:41:33.069" v="95" actId="1076"/>
          <ac:spMkLst>
            <pc:docMk/>
            <pc:sldMk cId="1493264767" sldId="267"/>
            <ac:spMk id="9" creationId="{03F8E1D2-BA4D-EFA8-03C9-AC3745BFDF5D}"/>
          </ac:spMkLst>
        </pc:spChg>
        <pc:spChg chg="add mod">
          <ac:chgData name="Gabriel Lopez Narvaez" userId="S::w2090932@westminster.ac.uk::f46d8341-c8d1-4acf-94b6-7912d5aa815b" providerId="AD" clId="Web-{7D8A33E9-6854-F8E5-76F1-0BFB84921A39}" dt="2026-04-28T22:42:35.118" v="116" actId="20577"/>
          <ac:spMkLst>
            <pc:docMk/>
            <pc:sldMk cId="1493264767" sldId="267"/>
            <ac:spMk id="11" creationId="{A03CFA7C-A488-BEE1-3A27-3FE95F0D854A}"/>
          </ac:spMkLst>
        </pc:spChg>
        <pc:spChg chg="add mod">
          <ac:chgData name="Gabriel Lopez Narvaez" userId="S::w2090932@westminster.ac.uk::f46d8341-c8d1-4acf-94b6-7912d5aa815b" providerId="AD" clId="Web-{7D8A33E9-6854-F8E5-76F1-0BFB84921A39}" dt="2026-04-28T22:43:07.182" v="124" actId="20577"/>
          <ac:spMkLst>
            <pc:docMk/>
            <pc:sldMk cId="1493264767" sldId="267"/>
            <ac:spMk id="12" creationId="{99DFBC0A-50A5-589E-4F8A-E13AD90C2231}"/>
          </ac:spMkLst>
        </pc:spChg>
        <pc:spChg chg="add mod">
          <ac:chgData name="Gabriel Lopez Narvaez" userId="S::w2090932@westminster.ac.uk::f46d8341-c8d1-4acf-94b6-7912d5aa815b" providerId="AD" clId="Web-{7D8A33E9-6854-F8E5-76F1-0BFB84921A39}" dt="2026-04-28T22:43:12.557" v="126" actId="20577"/>
          <ac:spMkLst>
            <pc:docMk/>
            <pc:sldMk cId="1493264767" sldId="267"/>
            <ac:spMk id="13" creationId="{7F9327CC-D71B-5F12-BF0E-B953143FC8F9}"/>
          </ac:spMkLst>
        </pc:spChg>
        <pc:spChg chg="add mod">
          <ac:chgData name="Gabriel Lopez Narvaez" userId="S::w2090932@westminster.ac.uk::f46d8341-c8d1-4acf-94b6-7912d5aa815b" providerId="AD" clId="Web-{7D8A33E9-6854-F8E5-76F1-0BFB84921A39}" dt="2026-04-28T22:43:17.917" v="128" actId="20577"/>
          <ac:spMkLst>
            <pc:docMk/>
            <pc:sldMk cId="1493264767" sldId="267"/>
            <ac:spMk id="14" creationId="{B74AD67E-FC11-0C59-5B86-D3BC712B8329}"/>
          </ac:spMkLst>
        </pc:spChg>
        <pc:spChg chg="add mod">
          <ac:chgData name="Gabriel Lopez Narvaez" userId="S::w2090932@westminster.ac.uk::f46d8341-c8d1-4acf-94b6-7912d5aa815b" providerId="AD" clId="Web-{7D8A33E9-6854-F8E5-76F1-0BFB84921A39}" dt="2026-04-28T22:45:33.671" v="180" actId="20577"/>
          <ac:spMkLst>
            <pc:docMk/>
            <pc:sldMk cId="1493264767" sldId="267"/>
            <ac:spMk id="15" creationId="{0EAAE935-699C-69F8-A26B-DB2DE035A892}"/>
          </ac:spMkLst>
        </pc:spChg>
        <pc:spChg chg="add mod">
          <ac:chgData name="Gabriel Lopez Narvaez" userId="S::w2090932@westminster.ac.uk::f46d8341-c8d1-4acf-94b6-7912d5aa815b" providerId="AD" clId="Web-{7D8A33E9-6854-F8E5-76F1-0BFB84921A39}" dt="2026-04-28T22:47:47.204" v="307" actId="20577"/>
          <ac:spMkLst>
            <pc:docMk/>
            <pc:sldMk cId="1493264767" sldId="267"/>
            <ac:spMk id="16" creationId="{15C5A932-C5F4-5D93-B7ED-1AAE2AB1CE02}"/>
          </ac:spMkLst>
        </pc:spChg>
        <pc:spChg chg="add mod">
          <ac:chgData name="Gabriel Lopez Narvaez" userId="S::w2090932@westminster.ac.uk::f46d8341-c8d1-4acf-94b6-7912d5aa815b" providerId="AD" clId="Web-{7D8A33E9-6854-F8E5-76F1-0BFB84921A39}" dt="2026-04-28T22:47:34.251" v="305" actId="1076"/>
          <ac:spMkLst>
            <pc:docMk/>
            <pc:sldMk cId="1493264767" sldId="267"/>
            <ac:spMk id="17" creationId="{6AE297FD-E76E-3337-3DCF-8B82992FBA6B}"/>
          </ac:spMkLst>
        </pc:spChg>
        <pc:spChg chg="add mod">
          <ac:chgData name="Gabriel Lopez Narvaez" userId="S::w2090932@westminster.ac.uk::f46d8341-c8d1-4acf-94b6-7912d5aa815b" providerId="AD" clId="Web-{7D8A33E9-6854-F8E5-76F1-0BFB84921A39}" dt="2026-04-28T22:47:59.376" v="309" actId="20577"/>
          <ac:spMkLst>
            <pc:docMk/>
            <pc:sldMk cId="1493264767" sldId="267"/>
            <ac:spMk id="18" creationId="{37868677-B700-AFED-2128-60C803E686D9}"/>
          </ac:spMkLst>
        </pc:spChg>
        <pc:cxnChg chg="add mod">
          <ac:chgData name="Gabriel Lopez Narvaez" userId="S::w2090932@westminster.ac.uk::f46d8341-c8d1-4acf-94b6-7912d5aa815b" providerId="AD" clId="Web-{7D8A33E9-6854-F8E5-76F1-0BFB84921A39}" dt="2026-04-28T22:40:23.127" v="85" actId="1076"/>
          <ac:cxnSpMkLst>
            <pc:docMk/>
            <pc:sldMk cId="1493264767" sldId="267"/>
            <ac:cxnSpMk id="5" creationId="{FF08FAC7-34BE-7B2F-73B2-04BE4E247BB0}"/>
          </ac:cxnSpMkLst>
        </pc:cxnChg>
      </pc:sldChg>
    </pc:docChg>
  </pc:docChgLst>
  <pc:docChgLst>
    <pc:chgData name="Caleb Suleaudu" userId="S::w1910808@westminster.ac.uk::315bdf5d-59ce-41e1-b983-9db36d0dfa52" providerId="AD" clId="Web-{4226053C-F71F-75DB-FB27-1188AD81A8FB}"/>
    <pc:docChg chg="modSld">
      <pc:chgData name="Caleb Suleaudu" userId="S::w1910808@westminster.ac.uk::315bdf5d-59ce-41e1-b983-9db36d0dfa52" providerId="AD" clId="Web-{4226053C-F71F-75DB-FB27-1188AD81A8FB}" dt="2026-04-29T09:51:13.560" v="6" actId="20577"/>
      <pc:docMkLst>
        <pc:docMk/>
      </pc:docMkLst>
      <pc:sldChg chg="modSp">
        <pc:chgData name="Caleb Suleaudu" userId="S::w1910808@westminster.ac.uk::315bdf5d-59ce-41e1-b983-9db36d0dfa52" providerId="AD" clId="Web-{4226053C-F71F-75DB-FB27-1188AD81A8FB}" dt="2026-04-29T09:51:13.560" v="6" actId="20577"/>
        <pc:sldMkLst>
          <pc:docMk/>
          <pc:sldMk cId="3905788231" sldId="259"/>
        </pc:sldMkLst>
        <pc:spChg chg="mod">
          <ac:chgData name="Caleb Suleaudu" userId="S::w1910808@westminster.ac.uk::315bdf5d-59ce-41e1-b983-9db36d0dfa52" providerId="AD" clId="Web-{4226053C-F71F-75DB-FB27-1188AD81A8FB}" dt="2026-04-29T09:51:13.560" v="6" actId="20577"/>
          <ac:spMkLst>
            <pc:docMk/>
            <pc:sldMk cId="3905788231" sldId="259"/>
            <ac:spMk id="3" creationId="{C5F28945-A47B-1BEE-290A-051232822D27}"/>
          </ac:spMkLst>
        </pc:spChg>
      </pc:sldChg>
    </pc:docChg>
  </pc:docChgLst>
  <pc:docChgLst>
    <pc:chgData name="Cj Sidhu" userId="S::w2047567@westminster.ac.uk::efac74f3-1969-4fe7-b322-6703bb032ec9" providerId="AD" clId="Web-{16B399A1-55DF-BEC5-97F1-4D75D68490A7}"/>
    <pc:docChg chg="addSld delSld modSld">
      <pc:chgData name="Cj Sidhu" userId="S::w2047567@westminster.ac.uk::efac74f3-1969-4fe7-b322-6703bb032ec9" providerId="AD" clId="Web-{16B399A1-55DF-BEC5-97F1-4D75D68490A7}" dt="2026-04-29T15:54:53.924" v="353" actId="20577"/>
      <pc:docMkLst>
        <pc:docMk/>
      </pc:docMkLst>
      <pc:sldChg chg="modSp">
        <pc:chgData name="Cj Sidhu" userId="S::w2047567@westminster.ac.uk::efac74f3-1969-4fe7-b322-6703bb032ec9" providerId="AD" clId="Web-{16B399A1-55DF-BEC5-97F1-4D75D68490A7}" dt="2026-04-29T15:50:36.121" v="275" actId="20577"/>
        <pc:sldMkLst>
          <pc:docMk/>
          <pc:sldMk cId="2966320446" sldId="279"/>
        </pc:sldMkLst>
        <pc:spChg chg="mod">
          <ac:chgData name="Cj Sidhu" userId="S::w2047567@westminster.ac.uk::efac74f3-1969-4fe7-b322-6703bb032ec9" providerId="AD" clId="Web-{16B399A1-55DF-BEC5-97F1-4D75D68490A7}" dt="2026-04-29T15:50:33.090" v="274" actId="20577"/>
          <ac:spMkLst>
            <pc:docMk/>
            <pc:sldMk cId="2966320446" sldId="279"/>
            <ac:spMk id="8" creationId="{28814780-F955-5795-DC45-34C5CFA0CFC2}"/>
          </ac:spMkLst>
        </pc:spChg>
        <pc:spChg chg="mod">
          <ac:chgData name="Cj Sidhu" userId="S::w2047567@westminster.ac.uk::efac74f3-1969-4fe7-b322-6703bb032ec9" providerId="AD" clId="Web-{16B399A1-55DF-BEC5-97F1-4D75D68490A7}" dt="2026-04-29T15:50:36.121" v="275" actId="20577"/>
          <ac:spMkLst>
            <pc:docMk/>
            <pc:sldMk cId="2966320446" sldId="279"/>
            <ac:spMk id="9" creationId="{D10C972C-CEBA-AFAF-4FCD-F18680C8CD32}"/>
          </ac:spMkLst>
        </pc:spChg>
      </pc:sldChg>
      <pc:sldChg chg="modSp">
        <pc:chgData name="Cj Sidhu" userId="S::w2047567@westminster.ac.uk::efac74f3-1969-4fe7-b322-6703bb032ec9" providerId="AD" clId="Web-{16B399A1-55DF-BEC5-97F1-4D75D68490A7}" dt="2026-04-29T15:51:12.935" v="290" actId="20577"/>
        <pc:sldMkLst>
          <pc:docMk/>
          <pc:sldMk cId="437345967" sldId="281"/>
        </pc:sldMkLst>
        <pc:spChg chg="mod">
          <ac:chgData name="Cj Sidhu" userId="S::w2047567@westminster.ac.uk::efac74f3-1969-4fe7-b322-6703bb032ec9" providerId="AD" clId="Web-{16B399A1-55DF-BEC5-97F1-4D75D68490A7}" dt="2026-04-29T15:51:12.935" v="290" actId="20577"/>
          <ac:spMkLst>
            <pc:docMk/>
            <pc:sldMk cId="437345967" sldId="281"/>
            <ac:spMk id="5" creationId="{BF0C44FC-31D5-E042-5AD2-C108BBA9AE1A}"/>
          </ac:spMkLst>
        </pc:spChg>
      </pc:sldChg>
      <pc:sldChg chg="addSp modSp">
        <pc:chgData name="Cj Sidhu" userId="S::w2047567@westminster.ac.uk::efac74f3-1969-4fe7-b322-6703bb032ec9" providerId="AD" clId="Web-{16B399A1-55DF-BEC5-97F1-4D75D68490A7}" dt="2026-04-29T15:50:46.184" v="278" actId="20577"/>
        <pc:sldMkLst>
          <pc:docMk/>
          <pc:sldMk cId="2459647778" sldId="285"/>
        </pc:sldMkLst>
        <pc:spChg chg="mod">
          <ac:chgData name="Cj Sidhu" userId="S::w2047567@westminster.ac.uk::efac74f3-1969-4fe7-b322-6703bb032ec9" providerId="AD" clId="Web-{16B399A1-55DF-BEC5-97F1-4D75D68490A7}" dt="2026-04-29T15:25:57.947" v="15" actId="1076"/>
          <ac:spMkLst>
            <pc:docMk/>
            <pc:sldMk cId="2459647778" sldId="285"/>
            <ac:spMk id="3" creationId="{2F3D3922-6985-484F-9D39-508E89ED33A1}"/>
          </ac:spMkLst>
        </pc:spChg>
        <pc:spChg chg="add mod">
          <ac:chgData name="Cj Sidhu" userId="S::w2047567@westminster.ac.uk::efac74f3-1969-4fe7-b322-6703bb032ec9" providerId="AD" clId="Web-{16B399A1-55DF-BEC5-97F1-4D75D68490A7}" dt="2026-04-29T15:50:41.106" v="276" actId="20577"/>
          <ac:spMkLst>
            <pc:docMk/>
            <pc:sldMk cId="2459647778" sldId="285"/>
            <ac:spMk id="5" creationId="{3706C89A-1DB7-BF78-53C4-90E75DDDBFF3}"/>
          </ac:spMkLst>
        </pc:spChg>
        <pc:spChg chg="add mod">
          <ac:chgData name="Cj Sidhu" userId="S::w2047567@westminster.ac.uk::efac74f3-1969-4fe7-b322-6703bb032ec9" providerId="AD" clId="Web-{16B399A1-55DF-BEC5-97F1-4D75D68490A7}" dt="2026-04-29T15:50:43.559" v="277" actId="20577"/>
          <ac:spMkLst>
            <pc:docMk/>
            <pc:sldMk cId="2459647778" sldId="285"/>
            <ac:spMk id="7" creationId="{2D242026-23A2-1A51-5EFC-2D12F2E08840}"/>
          </ac:spMkLst>
        </pc:spChg>
        <pc:spChg chg="add mod">
          <ac:chgData name="Cj Sidhu" userId="S::w2047567@westminster.ac.uk::efac74f3-1969-4fe7-b322-6703bb032ec9" providerId="AD" clId="Web-{16B399A1-55DF-BEC5-97F1-4D75D68490A7}" dt="2026-04-29T15:50:46.184" v="278" actId="20577"/>
          <ac:spMkLst>
            <pc:docMk/>
            <pc:sldMk cId="2459647778" sldId="285"/>
            <ac:spMk id="8" creationId="{2576D4F3-E48D-1053-52FB-658B1BB37BF3}"/>
          </ac:spMkLst>
        </pc:spChg>
        <pc:spChg chg="mod">
          <ac:chgData name="Cj Sidhu" userId="S::w2047567@westminster.ac.uk::efac74f3-1969-4fe7-b322-6703bb032ec9" providerId="AD" clId="Web-{16B399A1-55DF-BEC5-97F1-4D75D68490A7}" dt="2026-04-29T15:26:21.996" v="26" actId="1076"/>
          <ac:spMkLst>
            <pc:docMk/>
            <pc:sldMk cId="2459647778" sldId="285"/>
            <ac:spMk id="10" creationId="{6584CD43-AC0C-19EA-5385-0C000DE0EF4D}"/>
          </ac:spMkLst>
        </pc:spChg>
        <pc:spChg chg="mod">
          <ac:chgData name="Cj Sidhu" userId="S::w2047567@westminster.ac.uk::efac74f3-1969-4fe7-b322-6703bb032ec9" providerId="AD" clId="Web-{16B399A1-55DF-BEC5-97F1-4D75D68490A7}" dt="2026-04-29T15:27:33.221" v="83" actId="14100"/>
          <ac:spMkLst>
            <pc:docMk/>
            <pc:sldMk cId="2459647778" sldId="285"/>
            <ac:spMk id="11" creationId="{BBE4C18C-D467-203D-CE57-30522280BAF9}"/>
          </ac:spMkLst>
        </pc:spChg>
        <pc:picChg chg="mod">
          <ac:chgData name="Cj Sidhu" userId="S::w2047567@westminster.ac.uk::efac74f3-1969-4fe7-b322-6703bb032ec9" providerId="AD" clId="Web-{16B399A1-55DF-BEC5-97F1-4D75D68490A7}" dt="2026-04-29T15:27:22.142" v="79" actId="1076"/>
          <ac:picMkLst>
            <pc:docMk/>
            <pc:sldMk cId="2459647778" sldId="285"/>
            <ac:picMk id="13" creationId="{9F02CC1A-C6BB-7663-E205-D6BEC23089EA}"/>
          </ac:picMkLst>
        </pc:picChg>
      </pc:sldChg>
      <pc:sldChg chg="addSp delSp modSp">
        <pc:chgData name="Cj Sidhu" userId="S::w2047567@westminster.ac.uk::efac74f3-1969-4fe7-b322-6703bb032ec9" providerId="AD" clId="Web-{16B399A1-55DF-BEC5-97F1-4D75D68490A7}" dt="2026-04-29T15:54:53.924" v="353" actId="20577"/>
        <pc:sldMkLst>
          <pc:docMk/>
          <pc:sldMk cId="3853811330" sldId="287"/>
        </pc:sldMkLst>
        <pc:spChg chg="add del">
          <ac:chgData name="Cj Sidhu" userId="S::w2047567@westminster.ac.uk::efac74f3-1969-4fe7-b322-6703bb032ec9" providerId="AD" clId="Web-{16B399A1-55DF-BEC5-97F1-4D75D68490A7}" dt="2026-04-29T15:35:56.116" v="166"/>
          <ac:spMkLst>
            <pc:docMk/>
            <pc:sldMk cId="3853811330" sldId="287"/>
            <ac:spMk id="2" creationId="{6690F9E3-C66D-832C-32F2-FBB22EAFD484}"/>
          </ac:spMkLst>
        </pc:spChg>
        <pc:spChg chg="add mod">
          <ac:chgData name="Cj Sidhu" userId="S::w2047567@westminster.ac.uk::efac74f3-1969-4fe7-b322-6703bb032ec9" providerId="AD" clId="Web-{16B399A1-55DF-BEC5-97F1-4D75D68490A7}" dt="2026-04-29T15:54:41.673" v="345" actId="20577"/>
          <ac:spMkLst>
            <pc:docMk/>
            <pc:sldMk cId="3853811330" sldId="287"/>
            <ac:spMk id="2" creationId="{940BDAE4-7AFA-3EEA-05EC-F86AB521022A}"/>
          </ac:spMkLst>
        </pc:spChg>
        <pc:spChg chg="add mod">
          <ac:chgData name="Cj Sidhu" userId="S::w2047567@westminster.ac.uk::efac74f3-1969-4fe7-b322-6703bb032ec9" providerId="AD" clId="Web-{16B399A1-55DF-BEC5-97F1-4D75D68490A7}" dt="2026-04-29T15:36:29.976" v="177" actId="20577"/>
          <ac:spMkLst>
            <pc:docMk/>
            <pc:sldMk cId="3853811330" sldId="287"/>
            <ac:spMk id="3" creationId="{3CE8A511-AB0D-29A8-5911-F6752D139120}"/>
          </ac:spMkLst>
        </pc:spChg>
        <pc:spChg chg="add mod">
          <ac:chgData name="Cj Sidhu" userId="S::w2047567@westminster.ac.uk::efac74f3-1969-4fe7-b322-6703bb032ec9" providerId="AD" clId="Web-{16B399A1-55DF-BEC5-97F1-4D75D68490A7}" dt="2026-04-29T15:36:52.664" v="187" actId="14100"/>
          <ac:spMkLst>
            <pc:docMk/>
            <pc:sldMk cId="3853811330" sldId="287"/>
            <ac:spMk id="4" creationId="{0F0EDB90-B130-8B1B-721B-592B27E8C6B6}"/>
          </ac:spMkLst>
        </pc:spChg>
        <pc:spChg chg="add del mod">
          <ac:chgData name="Cj Sidhu" userId="S::w2047567@westminster.ac.uk::efac74f3-1969-4fe7-b322-6703bb032ec9" providerId="AD" clId="Web-{16B399A1-55DF-BEC5-97F1-4D75D68490A7}" dt="2026-04-29T15:41:08.246" v="213"/>
          <ac:spMkLst>
            <pc:docMk/>
            <pc:sldMk cId="3853811330" sldId="287"/>
            <ac:spMk id="6" creationId="{65709F27-46A5-1AD7-CE7D-16F51F893D04}"/>
          </ac:spMkLst>
        </pc:spChg>
        <pc:spChg chg="del">
          <ac:chgData name="Cj Sidhu" userId="S::w2047567@westminster.ac.uk::efac74f3-1969-4fe7-b322-6703bb032ec9" providerId="AD" clId="Web-{16B399A1-55DF-BEC5-97F1-4D75D68490A7}" dt="2026-04-29T15:43:05.096" v="215"/>
          <ac:spMkLst>
            <pc:docMk/>
            <pc:sldMk cId="3853811330" sldId="287"/>
            <ac:spMk id="10" creationId="{6EE9F935-C295-FC0D-E70F-9C03D62FCD4D}"/>
          </ac:spMkLst>
        </pc:spChg>
        <pc:spChg chg="del mod">
          <ac:chgData name="Cj Sidhu" userId="S::w2047567@westminster.ac.uk::efac74f3-1969-4fe7-b322-6703bb032ec9" providerId="AD" clId="Web-{16B399A1-55DF-BEC5-97F1-4D75D68490A7}" dt="2026-04-29T15:43:38.975" v="226"/>
          <ac:spMkLst>
            <pc:docMk/>
            <pc:sldMk cId="3853811330" sldId="287"/>
            <ac:spMk id="11" creationId="{DF245682-365A-6176-9F6B-B112B015D548}"/>
          </ac:spMkLst>
        </pc:spChg>
        <pc:spChg chg="del mod">
          <ac:chgData name="Cj Sidhu" userId="S::w2047567@westminster.ac.uk::efac74f3-1969-4fe7-b322-6703bb032ec9" providerId="AD" clId="Web-{16B399A1-55DF-BEC5-97F1-4D75D68490A7}" dt="2026-04-29T15:43:30.990" v="224"/>
          <ac:spMkLst>
            <pc:docMk/>
            <pc:sldMk cId="3853811330" sldId="287"/>
            <ac:spMk id="12" creationId="{5F7CE9CF-0B1F-99BA-3899-DAC0A6014EBC}"/>
          </ac:spMkLst>
        </pc:spChg>
        <pc:spChg chg="add mod">
          <ac:chgData name="Cj Sidhu" userId="S::w2047567@westminster.ac.uk::efac74f3-1969-4fe7-b322-6703bb032ec9" providerId="AD" clId="Web-{16B399A1-55DF-BEC5-97F1-4D75D68490A7}" dt="2026-04-29T15:40:09.573" v="211" actId="1076"/>
          <ac:spMkLst>
            <pc:docMk/>
            <pc:sldMk cId="3853811330" sldId="287"/>
            <ac:spMk id="13" creationId="{5A53B36B-0164-3CAA-14BA-F58F97C23B57}"/>
          </ac:spMkLst>
        </pc:spChg>
        <pc:spChg chg="add mod">
          <ac:chgData name="Cj Sidhu" userId="S::w2047567@westminster.ac.uk::efac74f3-1969-4fe7-b322-6703bb032ec9" providerId="AD" clId="Web-{16B399A1-55DF-BEC5-97F1-4D75D68490A7}" dt="2026-04-29T15:50:18.246" v="272" actId="1076"/>
          <ac:spMkLst>
            <pc:docMk/>
            <pc:sldMk cId="3853811330" sldId="287"/>
            <ac:spMk id="18" creationId="{70886837-3BB8-6410-A423-C748492060F6}"/>
          </ac:spMkLst>
        </pc:spChg>
        <pc:spChg chg="mod">
          <ac:chgData name="Cj Sidhu" userId="S::w2047567@westminster.ac.uk::efac74f3-1969-4fe7-b322-6703bb032ec9" providerId="AD" clId="Web-{16B399A1-55DF-BEC5-97F1-4D75D68490A7}" dt="2026-04-29T15:50:51.169" v="279" actId="1076"/>
          <ac:spMkLst>
            <pc:docMk/>
            <pc:sldMk cId="3853811330" sldId="287"/>
            <ac:spMk id="20" creationId="{88228DFA-6678-75BF-9151-9F5A8B14B439}"/>
          </ac:spMkLst>
        </pc:spChg>
        <pc:spChg chg="mod">
          <ac:chgData name="Cj Sidhu" userId="S::w2047567@westminster.ac.uk::efac74f3-1969-4fe7-b322-6703bb032ec9" providerId="AD" clId="Web-{16B399A1-55DF-BEC5-97F1-4D75D68490A7}" dt="2026-04-29T15:54:08.345" v="337" actId="1076"/>
          <ac:spMkLst>
            <pc:docMk/>
            <pc:sldMk cId="3853811330" sldId="287"/>
            <ac:spMk id="22" creationId="{7E353210-6D4D-8302-295C-AB6D7E6A0981}"/>
          </ac:spMkLst>
        </pc:spChg>
        <pc:spChg chg="mod">
          <ac:chgData name="Cj Sidhu" userId="S::w2047567@westminster.ac.uk::efac74f3-1969-4fe7-b322-6703bb032ec9" providerId="AD" clId="Web-{16B399A1-55DF-BEC5-97F1-4D75D68490A7}" dt="2026-04-29T15:54:47.611" v="350" actId="20577"/>
          <ac:spMkLst>
            <pc:docMk/>
            <pc:sldMk cId="3853811330" sldId="287"/>
            <ac:spMk id="24" creationId="{31482F26-AFC6-8301-5FA1-04907903DCE8}"/>
          </ac:spMkLst>
        </pc:spChg>
        <pc:spChg chg="mod">
          <ac:chgData name="Cj Sidhu" userId="S::w2047567@westminster.ac.uk::efac74f3-1969-4fe7-b322-6703bb032ec9" providerId="AD" clId="Web-{16B399A1-55DF-BEC5-97F1-4D75D68490A7}" dt="2026-04-29T15:54:50.908" v="352" actId="20577"/>
          <ac:spMkLst>
            <pc:docMk/>
            <pc:sldMk cId="3853811330" sldId="287"/>
            <ac:spMk id="25" creationId="{B9031A91-1131-2AF0-C571-0C4B913E15D4}"/>
          </ac:spMkLst>
        </pc:spChg>
        <pc:spChg chg="mod">
          <ac:chgData name="Cj Sidhu" userId="S::w2047567@westminster.ac.uk::efac74f3-1969-4fe7-b322-6703bb032ec9" providerId="AD" clId="Web-{16B399A1-55DF-BEC5-97F1-4D75D68490A7}" dt="2026-04-29T15:54:53.924" v="353" actId="20577"/>
          <ac:spMkLst>
            <pc:docMk/>
            <pc:sldMk cId="3853811330" sldId="287"/>
            <ac:spMk id="26" creationId="{AA9EC4BE-FDB3-4DD1-137E-082405DD8445}"/>
          </ac:spMkLst>
        </pc:spChg>
        <pc:picChg chg="mod">
          <ac:chgData name="Cj Sidhu" userId="S::w2047567@westminster.ac.uk::efac74f3-1969-4fe7-b322-6703bb032ec9" providerId="AD" clId="Web-{16B399A1-55DF-BEC5-97F1-4D75D68490A7}" dt="2026-04-29T15:48:03.929" v="246" actId="1076"/>
          <ac:picMkLst>
            <pc:docMk/>
            <pc:sldMk cId="3853811330" sldId="287"/>
            <ac:picMk id="7" creationId="{936AE558-D95E-73F8-66A8-586ED3F5B768}"/>
          </ac:picMkLst>
        </pc:picChg>
        <pc:picChg chg="mod">
          <ac:chgData name="Cj Sidhu" userId="S::w2047567@westminster.ac.uk::efac74f3-1969-4fe7-b322-6703bb032ec9" providerId="AD" clId="Web-{16B399A1-55DF-BEC5-97F1-4D75D68490A7}" dt="2026-04-29T15:36:18.429" v="172" actId="1076"/>
          <ac:picMkLst>
            <pc:docMk/>
            <pc:sldMk cId="3853811330" sldId="287"/>
            <ac:picMk id="8" creationId="{2DD80992-427C-BDCB-9232-67DF11F7591D}"/>
          </ac:picMkLst>
        </pc:picChg>
        <pc:picChg chg="mod">
          <ac:chgData name="Cj Sidhu" userId="S::w2047567@westminster.ac.uk::efac74f3-1969-4fe7-b322-6703bb032ec9" providerId="AD" clId="Web-{16B399A1-55DF-BEC5-97F1-4D75D68490A7}" dt="2026-04-29T15:54:10.485" v="338" actId="1076"/>
          <ac:picMkLst>
            <pc:docMk/>
            <pc:sldMk cId="3853811330" sldId="287"/>
            <ac:picMk id="9" creationId="{126C80D1-B32F-0440-5127-64BDB3F5BE28}"/>
          </ac:picMkLst>
        </pc:picChg>
        <pc:picChg chg="mod">
          <ac:chgData name="Cj Sidhu" userId="S::w2047567@westminster.ac.uk::efac74f3-1969-4fe7-b322-6703bb032ec9" providerId="AD" clId="Web-{16B399A1-55DF-BEC5-97F1-4D75D68490A7}" dt="2026-04-29T15:47:12.864" v="242" actId="1076"/>
          <ac:picMkLst>
            <pc:docMk/>
            <pc:sldMk cId="3853811330" sldId="287"/>
            <ac:picMk id="14" creationId="{FD35023B-DBAE-D84D-6226-9F6709490760}"/>
          </ac:picMkLst>
        </pc:picChg>
        <pc:picChg chg="add mod">
          <ac:chgData name="Cj Sidhu" userId="S::w2047567@westminster.ac.uk::efac74f3-1969-4fe7-b322-6703bb032ec9" providerId="AD" clId="Web-{16B399A1-55DF-BEC5-97F1-4D75D68490A7}" dt="2026-04-29T15:54:17.782" v="340" actId="1076"/>
          <ac:picMkLst>
            <pc:docMk/>
            <pc:sldMk cId="3853811330" sldId="287"/>
            <ac:picMk id="16" creationId="{46256397-9A58-01C6-7238-15FB1C819331}"/>
          </ac:picMkLst>
        </pc:picChg>
        <pc:picChg chg="mod">
          <ac:chgData name="Cj Sidhu" userId="S::w2047567@westminster.ac.uk::efac74f3-1969-4fe7-b322-6703bb032ec9" providerId="AD" clId="Web-{16B399A1-55DF-BEC5-97F1-4D75D68490A7}" dt="2026-04-29T15:53:59.751" v="335" actId="1076"/>
          <ac:picMkLst>
            <pc:docMk/>
            <pc:sldMk cId="3853811330" sldId="287"/>
            <ac:picMk id="17" creationId="{15F55646-5ED3-6A0C-81FB-75B77A268289}"/>
          </ac:picMkLst>
        </pc:picChg>
      </pc:sldChg>
      <pc:sldChg chg="del">
        <pc:chgData name="Cj Sidhu" userId="S::w2047567@westminster.ac.uk::efac74f3-1969-4fe7-b322-6703bb032ec9" providerId="AD" clId="Web-{16B399A1-55DF-BEC5-97F1-4D75D68490A7}" dt="2026-04-29T15:23:30.706" v="1"/>
        <pc:sldMkLst>
          <pc:docMk/>
          <pc:sldMk cId="4095755210" sldId="292"/>
        </pc:sldMkLst>
      </pc:sldChg>
      <pc:sldChg chg="modSp new">
        <pc:chgData name="Cj Sidhu" userId="S::w2047567@westminster.ac.uk::efac74f3-1969-4fe7-b322-6703bb032ec9" providerId="AD" clId="Web-{16B399A1-55DF-BEC5-97F1-4D75D68490A7}" dt="2026-04-29T15:29:01.008" v="164" actId="20577"/>
        <pc:sldMkLst>
          <pc:docMk/>
          <pc:sldMk cId="2605067183" sldId="293"/>
        </pc:sldMkLst>
        <pc:spChg chg="mod">
          <ac:chgData name="Cj Sidhu" userId="S::w2047567@westminster.ac.uk::efac74f3-1969-4fe7-b322-6703bb032ec9" providerId="AD" clId="Web-{16B399A1-55DF-BEC5-97F1-4D75D68490A7}" dt="2026-04-29T15:24:21.331" v="10" actId="14100"/>
          <ac:spMkLst>
            <pc:docMk/>
            <pc:sldMk cId="2605067183" sldId="293"/>
            <ac:spMk id="2" creationId="{9ABD0D66-B15D-A311-AA22-FCB7B7FE9401}"/>
          </ac:spMkLst>
        </pc:spChg>
        <pc:spChg chg="mod">
          <ac:chgData name="Cj Sidhu" userId="S::w2047567@westminster.ac.uk::efac74f3-1969-4fe7-b322-6703bb032ec9" providerId="AD" clId="Web-{16B399A1-55DF-BEC5-97F1-4D75D68490A7}" dt="2026-04-29T15:29:01.008" v="164" actId="20577"/>
          <ac:spMkLst>
            <pc:docMk/>
            <pc:sldMk cId="2605067183" sldId="293"/>
            <ac:spMk id="3" creationId="{116FEEC0-763E-CC64-0270-C4A6882D8B9D}"/>
          </ac:spMkLst>
        </pc:spChg>
        <pc:picChg chg="mod">
          <ac:chgData name="Cj Sidhu" userId="S::w2047567@westminster.ac.uk::efac74f3-1969-4fe7-b322-6703bb032ec9" providerId="AD" clId="Web-{16B399A1-55DF-BEC5-97F1-4D75D68490A7}" dt="2026-04-29T15:25:01.707" v="14" actId="14100"/>
          <ac:picMkLst>
            <pc:docMk/>
            <pc:sldMk cId="2605067183" sldId="293"/>
            <ac:picMk id="4" creationId="{28711029-0008-BB38-22ED-89B856324A62}"/>
          </ac:picMkLst>
        </pc:picChg>
      </pc:sldChg>
      <pc:sldChg chg="addSp delSp modSp">
        <pc:chgData name="Cj Sidhu" userId="S::w2047567@westminster.ac.uk::efac74f3-1969-4fe7-b322-6703bb032ec9" providerId="AD" clId="Web-{16B399A1-55DF-BEC5-97F1-4D75D68490A7}" dt="2026-04-29T15:53:30.172" v="307" actId="1076"/>
        <pc:sldMkLst>
          <pc:docMk/>
          <pc:sldMk cId="176380848" sldId="294"/>
        </pc:sldMkLst>
        <pc:spChg chg="add del mod">
          <ac:chgData name="Cj Sidhu" userId="S::w2047567@westminster.ac.uk::efac74f3-1969-4fe7-b322-6703bb032ec9" providerId="AD" clId="Web-{16B399A1-55DF-BEC5-97F1-4D75D68490A7}" dt="2026-04-29T15:52:00.201" v="304"/>
          <ac:spMkLst>
            <pc:docMk/>
            <pc:sldMk cId="176380848" sldId="294"/>
            <ac:spMk id="5" creationId="{1AC71C6F-EC4E-7820-1B68-E2B1E55FEE6A}"/>
          </ac:spMkLst>
        </pc:spChg>
        <pc:spChg chg="add mod">
          <ac:chgData name="Cj Sidhu" userId="S::w2047567@westminster.ac.uk::efac74f3-1969-4fe7-b322-6703bb032ec9" providerId="AD" clId="Web-{16B399A1-55DF-BEC5-97F1-4D75D68490A7}" dt="2026-04-29T15:53:30.172" v="307" actId="1076"/>
          <ac:spMkLst>
            <pc:docMk/>
            <pc:sldMk cId="176380848" sldId="294"/>
            <ac:spMk id="7" creationId="{5DD6E542-86E3-AB01-01CC-5CA66819CC88}"/>
          </ac:spMkLst>
        </pc:spChg>
      </pc:sldChg>
    </pc:docChg>
  </pc:docChgLst>
  <pc:docChgLst>
    <pc:chgData name="Caleb Suleaudu" userId="S::w1910808@westminster.ac.uk::315bdf5d-59ce-41e1-b983-9db36d0dfa52" providerId="AD" clId="Web-{EE5A7CC7-B75F-6357-19EB-1482916FE8BD}"/>
    <pc:docChg chg="modSld">
      <pc:chgData name="Caleb Suleaudu" userId="S::w1910808@westminster.ac.uk::315bdf5d-59ce-41e1-b983-9db36d0dfa52" providerId="AD" clId="Web-{EE5A7CC7-B75F-6357-19EB-1482916FE8BD}" dt="2026-04-28T23:29:41.302" v="2" actId="20577"/>
      <pc:docMkLst>
        <pc:docMk/>
      </pc:docMkLst>
    </pc:docChg>
  </pc:docChgLst>
  <pc:docChgLst>
    <pc:chgData name="Gabriel Lopez Narvaez" userId="S::w2090932@westminster.ac.uk::f46d8341-c8d1-4acf-94b6-7912d5aa815b" providerId="AD" clId="Web-{DFF857BD-3C6E-6753-1C6C-9368608788F0}"/>
    <pc:docChg chg="mod addSld delSld modSld addMainMaster delMainMaster">
      <pc:chgData name="Gabriel Lopez Narvaez" userId="S::w2090932@westminster.ac.uk::f46d8341-c8d1-4acf-94b6-7912d5aa815b" providerId="AD" clId="Web-{DFF857BD-3C6E-6753-1C6C-9368608788F0}" dt="2026-04-28T22:33:44.318" v="401" actId="1076"/>
      <pc:docMkLst>
        <pc:docMk/>
      </pc:docMkLst>
      <pc:sldChg chg="modSp mod modClrScheme chgLayout">
        <pc:chgData name="Gabriel Lopez Narvaez" userId="S::w2090932@westminster.ac.uk::f46d8341-c8d1-4acf-94b6-7912d5aa815b" providerId="AD" clId="Web-{DFF857BD-3C6E-6753-1C6C-9368608788F0}" dt="2026-04-28T21:53:50.715" v="11" actId="20577"/>
        <pc:sldMkLst>
          <pc:docMk/>
          <pc:sldMk cId="109857222" sldId="256"/>
        </pc:sldMkLst>
        <pc:spChg chg="mod ord">
          <ac:chgData name="Gabriel Lopez Narvaez" userId="S::w2090932@westminster.ac.uk::f46d8341-c8d1-4acf-94b6-7912d5aa815b" providerId="AD" clId="Web-{DFF857BD-3C6E-6753-1C6C-9368608788F0}" dt="2026-04-28T21:53:04.010" v="8" actId="1076"/>
          <ac:spMkLst>
            <pc:docMk/>
            <pc:sldMk cId="109857222" sldId="256"/>
            <ac:spMk id="2" creationId="{00000000-0000-0000-0000-000000000000}"/>
          </ac:spMkLst>
        </pc:spChg>
        <pc:spChg chg="mod">
          <ac:chgData name="Gabriel Lopez Narvaez" userId="S::w2090932@westminster.ac.uk::f46d8341-c8d1-4acf-94b6-7912d5aa815b" providerId="AD" clId="Web-{DFF857BD-3C6E-6753-1C6C-9368608788F0}" dt="2026-04-28T21:53:50.715" v="11" actId="20577"/>
          <ac:spMkLst>
            <pc:docMk/>
            <pc:sldMk cId="109857222" sldId="256"/>
            <ac:spMk id="6" creationId="{3B444016-097F-5130-A59E-DCB223187219}"/>
          </ac:spMkLst>
        </pc:spChg>
      </pc:sldChg>
      <pc:sldChg chg="addSp delSp modSp mod modClrScheme chgLayout">
        <pc:chgData name="Gabriel Lopez Narvaez" userId="S::w2090932@westminster.ac.uk::f46d8341-c8d1-4acf-94b6-7912d5aa815b" providerId="AD" clId="Web-{DFF857BD-3C6E-6753-1C6C-9368608788F0}" dt="2026-04-28T22:19:06.551" v="290" actId="20577"/>
        <pc:sldMkLst>
          <pc:docMk/>
          <pc:sldMk cId="3432120968" sldId="260"/>
        </pc:sldMkLst>
        <pc:spChg chg="mod ord">
          <ac:chgData name="Gabriel Lopez Narvaez" userId="S::w2090932@westminster.ac.uk::f46d8341-c8d1-4acf-94b6-7912d5aa815b" providerId="AD" clId="Web-{DFF857BD-3C6E-6753-1C6C-9368608788F0}" dt="2026-04-28T22:19:06.551" v="290" actId="20577"/>
          <ac:spMkLst>
            <pc:docMk/>
            <pc:sldMk cId="3432120968" sldId="260"/>
            <ac:spMk id="2" creationId="{97ACFC65-9539-AD88-14B9-5DB1D103567D}"/>
          </ac:spMkLst>
        </pc:spChg>
        <pc:spChg chg="mod ord">
          <ac:chgData name="Gabriel Lopez Narvaez" userId="S::w2090932@westminster.ac.uk::f46d8341-c8d1-4acf-94b6-7912d5aa815b" providerId="AD" clId="Web-{DFF857BD-3C6E-6753-1C6C-9368608788F0}" dt="2026-04-28T22:08:34.054" v="100" actId="14100"/>
          <ac:spMkLst>
            <pc:docMk/>
            <pc:sldMk cId="3432120968" sldId="260"/>
            <ac:spMk id="3" creationId="{66085106-85F4-D1FB-FD1D-70DD1262D4AF}"/>
          </ac:spMkLst>
        </pc:spChg>
        <pc:spChg chg="add mod">
          <ac:chgData name="Gabriel Lopez Narvaez" userId="S::w2090932@westminster.ac.uk::f46d8341-c8d1-4acf-94b6-7912d5aa815b" providerId="AD" clId="Web-{DFF857BD-3C6E-6753-1C6C-9368608788F0}" dt="2026-04-28T22:15:39.033" v="210"/>
          <ac:spMkLst>
            <pc:docMk/>
            <pc:sldMk cId="3432120968" sldId="260"/>
            <ac:spMk id="4" creationId="{A8750FA8-2C51-E5FD-7AAA-999495401D2E}"/>
          </ac:spMkLst>
        </pc:spChg>
        <pc:spChg chg="add mod">
          <ac:chgData name="Gabriel Lopez Narvaez" userId="S::w2090932@westminster.ac.uk::f46d8341-c8d1-4acf-94b6-7912d5aa815b" providerId="AD" clId="Web-{DFF857BD-3C6E-6753-1C6C-9368608788F0}" dt="2026-04-28T22:15:44.361" v="211"/>
          <ac:spMkLst>
            <pc:docMk/>
            <pc:sldMk cId="3432120968" sldId="260"/>
            <ac:spMk id="5" creationId="{E7B66C8D-E777-2E95-8730-DC3870B5C296}"/>
          </ac:spMkLst>
        </pc:spChg>
        <pc:spChg chg="add mod">
          <ac:chgData name="Gabriel Lopez Narvaez" userId="S::w2090932@westminster.ac.uk::f46d8341-c8d1-4acf-94b6-7912d5aa815b" providerId="AD" clId="Web-{DFF857BD-3C6E-6753-1C6C-9368608788F0}" dt="2026-04-28T22:16:58.534" v="274" actId="14100"/>
          <ac:spMkLst>
            <pc:docMk/>
            <pc:sldMk cId="3432120968" sldId="260"/>
            <ac:spMk id="6" creationId="{471B931B-37A7-51B8-4A57-1CC1A7CFA56E}"/>
          </ac:spMkLst>
        </pc:spChg>
      </pc:sldChg>
      <pc:sldChg chg="modSp mod modClrScheme chgLayout">
        <pc:chgData name="Gabriel Lopez Narvaez" userId="S::w2090932@westminster.ac.uk::f46d8341-c8d1-4acf-94b6-7912d5aa815b" providerId="AD" clId="Web-{DFF857BD-3C6E-6753-1C6C-9368608788F0}" dt="2026-04-28T21:52:06.258" v="6"/>
        <pc:sldMkLst>
          <pc:docMk/>
          <pc:sldMk cId="434941998" sldId="261"/>
        </pc:sldMkLst>
        <pc:spChg chg="mod ord">
          <ac:chgData name="Gabriel Lopez Narvaez" userId="S::w2090932@westminster.ac.uk::f46d8341-c8d1-4acf-94b6-7912d5aa815b" providerId="AD" clId="Web-{DFF857BD-3C6E-6753-1C6C-9368608788F0}" dt="2026-04-28T21:52:06.258" v="6"/>
          <ac:spMkLst>
            <pc:docMk/>
            <pc:sldMk cId="434941998" sldId="261"/>
            <ac:spMk id="2" creationId="{5ACBBB61-C5B4-B839-BE2D-1AA8197E94B4}"/>
          </ac:spMkLst>
        </pc:spChg>
      </pc:sldChg>
      <pc:sldChg chg="modSp mod modClrScheme chgLayout">
        <pc:chgData name="Gabriel Lopez Narvaez" userId="S::w2090932@westminster.ac.uk::f46d8341-c8d1-4acf-94b6-7912d5aa815b" providerId="AD" clId="Web-{DFF857BD-3C6E-6753-1C6C-9368608788F0}" dt="2026-04-28T21:52:06.258" v="6"/>
        <pc:sldMkLst>
          <pc:docMk/>
          <pc:sldMk cId="3417964236" sldId="263"/>
        </pc:sldMkLst>
        <pc:spChg chg="mod ord">
          <ac:chgData name="Gabriel Lopez Narvaez" userId="S::w2090932@westminster.ac.uk::f46d8341-c8d1-4acf-94b6-7912d5aa815b" providerId="AD" clId="Web-{DFF857BD-3C6E-6753-1C6C-9368608788F0}" dt="2026-04-28T21:52:06.258" v="6"/>
          <ac:spMkLst>
            <pc:docMk/>
            <pc:sldMk cId="3417964236" sldId="263"/>
            <ac:spMk id="2" creationId="{2346D6A7-5A17-80AD-0628-675BC58E2BBB}"/>
          </ac:spMkLst>
        </pc:spChg>
        <pc:spChg chg="mod ord">
          <ac:chgData name="Gabriel Lopez Narvaez" userId="S::w2090932@westminster.ac.uk::f46d8341-c8d1-4acf-94b6-7912d5aa815b" providerId="AD" clId="Web-{DFF857BD-3C6E-6753-1C6C-9368608788F0}" dt="2026-04-28T21:52:06.258" v="6"/>
          <ac:spMkLst>
            <pc:docMk/>
            <pc:sldMk cId="3417964236" sldId="263"/>
            <ac:spMk id="3" creationId="{FCFA2888-242F-BEF7-C94D-D91AD552E044}"/>
          </ac:spMkLst>
        </pc:spChg>
      </pc:sldChg>
      <pc:sldChg chg="addSp delSp modSp new">
        <pc:chgData name="Gabriel Lopez Narvaez" userId="S::w2090932@westminster.ac.uk::f46d8341-c8d1-4acf-94b6-7912d5aa815b" providerId="AD" clId="Web-{DFF857BD-3C6E-6753-1C6C-9368608788F0}" dt="2026-04-28T22:33:44.318" v="401" actId="1076"/>
        <pc:sldMkLst>
          <pc:docMk/>
          <pc:sldMk cId="3042518765" sldId="266"/>
        </pc:sldMkLst>
        <pc:spChg chg="mod">
          <ac:chgData name="Gabriel Lopez Narvaez" userId="S::w2090932@westminster.ac.uk::f46d8341-c8d1-4acf-94b6-7912d5aa815b" providerId="AD" clId="Web-{DFF857BD-3C6E-6753-1C6C-9368608788F0}" dt="2026-04-28T22:19:08.941" v="291" actId="20577"/>
          <ac:spMkLst>
            <pc:docMk/>
            <pc:sldMk cId="3042518765" sldId="266"/>
            <ac:spMk id="2" creationId="{C46ACDA9-B4AA-6FCA-AE61-F40A6E2B31F6}"/>
          </ac:spMkLst>
        </pc:spChg>
        <pc:spChg chg="add mod">
          <ac:chgData name="Gabriel Lopez Narvaez" userId="S::w2090932@westminster.ac.uk::f46d8341-c8d1-4acf-94b6-7912d5aa815b" providerId="AD" clId="Web-{DFF857BD-3C6E-6753-1C6C-9368608788F0}" dt="2026-04-28T22:29:48.857" v="385" actId="1076"/>
          <ac:spMkLst>
            <pc:docMk/>
            <pc:sldMk cId="3042518765" sldId="266"/>
            <ac:spMk id="4" creationId="{B683053D-5433-E960-072D-AE09D3F04FBA}"/>
          </ac:spMkLst>
        </pc:spChg>
        <pc:spChg chg="add mod">
          <ac:chgData name="Gabriel Lopez Narvaez" userId="S::w2090932@westminster.ac.uk::f46d8341-c8d1-4acf-94b6-7912d5aa815b" providerId="AD" clId="Web-{DFF857BD-3C6E-6753-1C6C-9368608788F0}" dt="2026-04-28T22:29:56.138" v="387" actId="1076"/>
          <ac:spMkLst>
            <pc:docMk/>
            <pc:sldMk cId="3042518765" sldId="266"/>
            <ac:spMk id="5" creationId="{11DD157C-4DB8-6B04-88AD-0F9E430389D9}"/>
          </ac:spMkLst>
        </pc:spChg>
        <pc:picChg chg="add mod">
          <ac:chgData name="Gabriel Lopez Narvaez" userId="S::w2090932@westminster.ac.uk::f46d8341-c8d1-4acf-94b6-7912d5aa815b" providerId="AD" clId="Web-{DFF857BD-3C6E-6753-1C6C-9368608788F0}" dt="2026-04-28T22:30:38.206" v="389" actId="1076"/>
          <ac:picMkLst>
            <pc:docMk/>
            <pc:sldMk cId="3042518765" sldId="266"/>
            <ac:picMk id="6" creationId="{C3A6ADA4-193B-ED74-CBA0-8648C1E55C3A}"/>
          </ac:picMkLst>
        </pc:picChg>
        <pc:picChg chg="add mod">
          <ac:chgData name="Gabriel Lopez Narvaez" userId="S::w2090932@westminster.ac.uk::f46d8341-c8d1-4acf-94b6-7912d5aa815b" providerId="AD" clId="Web-{DFF857BD-3C6E-6753-1C6C-9368608788F0}" dt="2026-04-28T22:33:41.474" v="400" actId="1076"/>
          <ac:picMkLst>
            <pc:docMk/>
            <pc:sldMk cId="3042518765" sldId="266"/>
            <ac:picMk id="7" creationId="{B077F86E-B66B-A421-9722-4BB1141DFC93}"/>
          </ac:picMkLst>
        </pc:picChg>
        <pc:picChg chg="add mod">
          <ac:chgData name="Gabriel Lopez Narvaez" userId="S::w2090932@westminster.ac.uk::f46d8341-c8d1-4acf-94b6-7912d5aa815b" providerId="AD" clId="Web-{DFF857BD-3C6E-6753-1C6C-9368608788F0}" dt="2026-04-28T22:33:44.318" v="401" actId="1076"/>
          <ac:picMkLst>
            <pc:docMk/>
            <pc:sldMk cId="3042518765" sldId="266"/>
            <ac:picMk id="8" creationId="{63E58067-88D9-5599-AC90-3BF05695DDFA}"/>
          </ac:picMkLst>
        </pc:picChg>
      </pc:sldChg>
      <pc:sldMasterChg chg="add addSldLayout modSldLayout">
        <pc:chgData name="Gabriel Lopez Narvaez" userId="S::w2090932@westminster.ac.uk::f46d8341-c8d1-4acf-94b6-7912d5aa815b" providerId="AD" clId="Web-{DFF857BD-3C6E-6753-1C6C-9368608788F0}" dt="2026-04-28T21:52:06.258" v="6"/>
        <pc:sldMasterMkLst>
          <pc:docMk/>
          <pc:sldMasterMk cId="405475989" sldId="2147483672"/>
        </pc:sldMasterMkLst>
        <pc:sldLayoutChg chg="add mod replId">
          <pc:chgData name="Gabriel Lopez Narvaez" userId="S::w2090932@westminster.ac.uk::f46d8341-c8d1-4acf-94b6-7912d5aa815b" providerId="AD" clId="Web-{DFF857BD-3C6E-6753-1C6C-9368608788F0}" dt="2026-04-28T21:52:06.258" v="6"/>
          <pc:sldLayoutMkLst>
            <pc:docMk/>
            <pc:sldMasterMk cId="405475989" sldId="2147483672"/>
            <pc:sldLayoutMk cId="656459306" sldId="2147483673"/>
          </pc:sldLayoutMkLst>
        </pc:sldLayoutChg>
        <pc:sldLayoutChg chg="add mod replId">
          <pc:chgData name="Gabriel Lopez Narvaez" userId="S::w2090932@westminster.ac.uk::f46d8341-c8d1-4acf-94b6-7912d5aa815b" providerId="AD" clId="Web-{DFF857BD-3C6E-6753-1C6C-9368608788F0}" dt="2026-04-28T21:52:06.258" v="6"/>
          <pc:sldLayoutMkLst>
            <pc:docMk/>
            <pc:sldMasterMk cId="405475989" sldId="2147483672"/>
            <pc:sldLayoutMk cId="1860948747" sldId="2147483674"/>
          </pc:sldLayoutMkLst>
        </pc:sldLayoutChg>
        <pc:sldLayoutChg chg="add mod replId">
          <pc:chgData name="Gabriel Lopez Narvaez" userId="S::w2090932@westminster.ac.uk::f46d8341-c8d1-4acf-94b6-7912d5aa815b" providerId="AD" clId="Web-{DFF857BD-3C6E-6753-1C6C-9368608788F0}" dt="2026-04-28T21:52:06.258" v="6"/>
          <pc:sldLayoutMkLst>
            <pc:docMk/>
            <pc:sldMasterMk cId="405475989" sldId="2147483672"/>
            <pc:sldLayoutMk cId="4003797548" sldId="2147483675"/>
          </pc:sldLayoutMkLst>
        </pc:sldLayoutChg>
        <pc:sldLayoutChg chg="add mod replId">
          <pc:chgData name="Gabriel Lopez Narvaez" userId="S::w2090932@westminster.ac.uk::f46d8341-c8d1-4acf-94b6-7912d5aa815b" providerId="AD" clId="Web-{DFF857BD-3C6E-6753-1C6C-9368608788F0}" dt="2026-04-28T21:52:06.258" v="6"/>
          <pc:sldLayoutMkLst>
            <pc:docMk/>
            <pc:sldMasterMk cId="405475989" sldId="2147483672"/>
            <pc:sldLayoutMk cId="1997652144" sldId="2147483676"/>
          </pc:sldLayoutMkLst>
        </pc:sldLayoutChg>
        <pc:sldLayoutChg chg="add mod replId">
          <pc:chgData name="Gabriel Lopez Narvaez" userId="S::w2090932@westminster.ac.uk::f46d8341-c8d1-4acf-94b6-7912d5aa815b" providerId="AD" clId="Web-{DFF857BD-3C6E-6753-1C6C-9368608788F0}" dt="2026-04-28T21:52:06.258" v="6"/>
          <pc:sldLayoutMkLst>
            <pc:docMk/>
            <pc:sldMasterMk cId="405475989" sldId="2147483672"/>
            <pc:sldLayoutMk cId="3684023920" sldId="2147483677"/>
          </pc:sldLayoutMkLst>
        </pc:sldLayoutChg>
        <pc:sldLayoutChg chg="add mod replId">
          <pc:chgData name="Gabriel Lopez Narvaez" userId="S::w2090932@westminster.ac.uk::f46d8341-c8d1-4acf-94b6-7912d5aa815b" providerId="AD" clId="Web-{DFF857BD-3C6E-6753-1C6C-9368608788F0}" dt="2026-04-28T21:52:06.258" v="6"/>
          <pc:sldLayoutMkLst>
            <pc:docMk/>
            <pc:sldMasterMk cId="405475989" sldId="2147483672"/>
            <pc:sldLayoutMk cId="1242041363" sldId="2147483678"/>
          </pc:sldLayoutMkLst>
        </pc:sldLayoutChg>
        <pc:sldLayoutChg chg="add mod replId">
          <pc:chgData name="Gabriel Lopez Narvaez" userId="S::w2090932@westminster.ac.uk::f46d8341-c8d1-4acf-94b6-7912d5aa815b" providerId="AD" clId="Web-{DFF857BD-3C6E-6753-1C6C-9368608788F0}" dt="2026-04-28T21:52:06.258" v="6"/>
          <pc:sldLayoutMkLst>
            <pc:docMk/>
            <pc:sldMasterMk cId="405475989" sldId="2147483672"/>
            <pc:sldLayoutMk cId="709932625" sldId="2147483679"/>
          </pc:sldLayoutMkLst>
        </pc:sldLayoutChg>
        <pc:sldLayoutChg chg="add mod replId">
          <pc:chgData name="Gabriel Lopez Narvaez" userId="S::w2090932@westminster.ac.uk::f46d8341-c8d1-4acf-94b6-7912d5aa815b" providerId="AD" clId="Web-{DFF857BD-3C6E-6753-1C6C-9368608788F0}" dt="2026-04-28T21:52:06.258" v="6"/>
          <pc:sldLayoutMkLst>
            <pc:docMk/>
            <pc:sldMasterMk cId="405475989" sldId="2147483672"/>
            <pc:sldLayoutMk cId="2300267768" sldId="2147483680"/>
          </pc:sldLayoutMkLst>
        </pc:sldLayoutChg>
        <pc:sldLayoutChg chg="add mod replId">
          <pc:chgData name="Gabriel Lopez Narvaez" userId="S::w2090932@westminster.ac.uk::f46d8341-c8d1-4acf-94b6-7912d5aa815b" providerId="AD" clId="Web-{DFF857BD-3C6E-6753-1C6C-9368608788F0}" dt="2026-04-28T21:52:06.258" v="6"/>
          <pc:sldLayoutMkLst>
            <pc:docMk/>
            <pc:sldMasterMk cId="405475989" sldId="2147483672"/>
            <pc:sldLayoutMk cId="823182954" sldId="2147483681"/>
          </pc:sldLayoutMkLst>
        </pc:sldLayoutChg>
        <pc:sldLayoutChg chg="add mod replId">
          <pc:chgData name="Gabriel Lopez Narvaez" userId="S::w2090932@westminster.ac.uk::f46d8341-c8d1-4acf-94b6-7912d5aa815b" providerId="AD" clId="Web-{DFF857BD-3C6E-6753-1C6C-9368608788F0}" dt="2026-04-28T21:52:06.258" v="6"/>
          <pc:sldLayoutMkLst>
            <pc:docMk/>
            <pc:sldMasterMk cId="405475989" sldId="2147483672"/>
            <pc:sldLayoutMk cId="1027801323" sldId="2147483682"/>
          </pc:sldLayoutMkLst>
        </pc:sldLayoutChg>
        <pc:sldLayoutChg chg="add mod replId">
          <pc:chgData name="Gabriel Lopez Narvaez" userId="S::w2090932@westminster.ac.uk::f46d8341-c8d1-4acf-94b6-7912d5aa815b" providerId="AD" clId="Web-{DFF857BD-3C6E-6753-1C6C-9368608788F0}" dt="2026-04-28T21:52:06.258" v="6"/>
          <pc:sldLayoutMkLst>
            <pc:docMk/>
            <pc:sldMasterMk cId="405475989" sldId="2147483672"/>
            <pc:sldLayoutMk cId="197621575" sldId="2147483683"/>
          </pc:sldLayoutMkLst>
        </pc:sldLayoutChg>
        <pc:sldLayoutChg chg="add mod replId">
          <pc:chgData name="Gabriel Lopez Narvaez" userId="S::w2090932@westminster.ac.uk::f46d8341-c8d1-4acf-94b6-7912d5aa815b" providerId="AD" clId="Web-{DFF857BD-3C6E-6753-1C6C-9368608788F0}" dt="2026-04-28T21:52:06.258" v="6"/>
          <pc:sldLayoutMkLst>
            <pc:docMk/>
            <pc:sldMasterMk cId="405475989" sldId="2147483672"/>
            <pc:sldLayoutMk cId="2605000590" sldId="2147483684"/>
          </pc:sldLayoutMkLst>
        </pc:sldLayoutChg>
        <pc:sldLayoutChg chg="add mod replId">
          <pc:chgData name="Gabriel Lopez Narvaez" userId="S::w2090932@westminster.ac.uk::f46d8341-c8d1-4acf-94b6-7912d5aa815b" providerId="AD" clId="Web-{DFF857BD-3C6E-6753-1C6C-9368608788F0}" dt="2026-04-28T21:52:06.258" v="6"/>
          <pc:sldLayoutMkLst>
            <pc:docMk/>
            <pc:sldMasterMk cId="405475989" sldId="2147483672"/>
            <pc:sldLayoutMk cId="3598996311" sldId="2147483685"/>
          </pc:sldLayoutMkLst>
        </pc:sldLayoutChg>
        <pc:sldLayoutChg chg="add mod replId">
          <pc:chgData name="Gabriel Lopez Narvaez" userId="S::w2090932@westminster.ac.uk::f46d8341-c8d1-4acf-94b6-7912d5aa815b" providerId="AD" clId="Web-{DFF857BD-3C6E-6753-1C6C-9368608788F0}" dt="2026-04-28T21:52:06.258" v="6"/>
          <pc:sldLayoutMkLst>
            <pc:docMk/>
            <pc:sldMasterMk cId="405475989" sldId="2147483672"/>
            <pc:sldLayoutMk cId="3567319780" sldId="2147483686"/>
          </pc:sldLayoutMkLst>
        </pc:sldLayoutChg>
        <pc:sldLayoutChg chg="add mod replId">
          <pc:chgData name="Gabriel Lopez Narvaez" userId="S::w2090932@westminster.ac.uk::f46d8341-c8d1-4acf-94b6-7912d5aa815b" providerId="AD" clId="Web-{DFF857BD-3C6E-6753-1C6C-9368608788F0}" dt="2026-04-28T21:52:06.258" v="6"/>
          <pc:sldLayoutMkLst>
            <pc:docMk/>
            <pc:sldMasterMk cId="405475989" sldId="2147483672"/>
            <pc:sldLayoutMk cId="347751090" sldId="2147483687"/>
          </pc:sldLayoutMkLst>
        </pc:sldLayoutChg>
        <pc:sldLayoutChg chg="add mod replId">
          <pc:chgData name="Gabriel Lopez Narvaez" userId="S::w2090932@westminster.ac.uk::f46d8341-c8d1-4acf-94b6-7912d5aa815b" providerId="AD" clId="Web-{DFF857BD-3C6E-6753-1C6C-9368608788F0}" dt="2026-04-28T21:52:06.258" v="6"/>
          <pc:sldLayoutMkLst>
            <pc:docMk/>
            <pc:sldMasterMk cId="405475989" sldId="2147483672"/>
            <pc:sldLayoutMk cId="3533597445" sldId="2147483688"/>
          </pc:sldLayoutMkLst>
        </pc:sldLayoutChg>
        <pc:sldLayoutChg chg="add mod replId">
          <pc:chgData name="Gabriel Lopez Narvaez" userId="S::w2090932@westminster.ac.uk::f46d8341-c8d1-4acf-94b6-7912d5aa815b" providerId="AD" clId="Web-{DFF857BD-3C6E-6753-1C6C-9368608788F0}" dt="2026-04-28T21:52:06.258" v="6"/>
          <pc:sldLayoutMkLst>
            <pc:docMk/>
            <pc:sldMasterMk cId="405475989" sldId="2147483672"/>
            <pc:sldLayoutMk cId="456953116" sldId="2147483689"/>
          </pc:sldLayoutMkLst>
        </pc:sldLayoutChg>
      </pc:sldMasterChg>
    </pc:docChg>
  </pc:docChgLst>
  <pc:docChgLst>
    <pc:chgData name="Cj Sidhu" userId="S::w2047567@westminster.ac.uk::efac74f3-1969-4fe7-b322-6703bb032ec9" providerId="AD" clId="Web-{6557F524-9408-F12D-C7D2-7CE180151AB5}"/>
    <pc:docChg chg="modSld">
      <pc:chgData name="Cj Sidhu" userId="S::w2047567@westminster.ac.uk::efac74f3-1969-4fe7-b322-6703bb032ec9" providerId="AD" clId="Web-{6557F524-9408-F12D-C7D2-7CE180151AB5}" dt="2026-04-30T12:48:55.233" v="3" actId="20577"/>
      <pc:docMkLst>
        <pc:docMk/>
      </pc:docMkLst>
      <pc:sldChg chg="modSp">
        <pc:chgData name="Cj Sidhu" userId="S::w2047567@westminster.ac.uk::efac74f3-1969-4fe7-b322-6703bb032ec9" providerId="AD" clId="Web-{6557F524-9408-F12D-C7D2-7CE180151AB5}" dt="2026-04-30T12:48:55.233" v="3" actId="20577"/>
        <pc:sldMkLst>
          <pc:docMk/>
          <pc:sldMk cId="2966320446" sldId="279"/>
        </pc:sldMkLst>
        <pc:spChg chg="mod">
          <ac:chgData name="Cj Sidhu" userId="S::w2047567@westminster.ac.uk::efac74f3-1969-4fe7-b322-6703bb032ec9" providerId="AD" clId="Web-{6557F524-9408-F12D-C7D2-7CE180151AB5}" dt="2026-04-30T12:48:55.233" v="3" actId="20577"/>
          <ac:spMkLst>
            <pc:docMk/>
            <pc:sldMk cId="2966320446" sldId="279"/>
            <ac:spMk id="3" creationId="{015A7F05-61DC-2E82-EB0D-5CAE48B56A09}"/>
          </ac:spMkLst>
        </pc:spChg>
      </pc:sldChg>
    </pc:docChg>
  </pc:docChgLst>
  <pc:docChgLst>
    <pc:chgData name="Caleb Suleaudu" userId="S::w1910808@westminster.ac.uk::315bdf5d-59ce-41e1-b983-9db36d0dfa52" providerId="AD" clId="Web-{6E36D025-B74F-D9DE-94FA-24AA10BE03E9}"/>
    <pc:docChg chg="addSld modSld">
      <pc:chgData name="Caleb Suleaudu" userId="S::w1910808@westminster.ac.uk::315bdf5d-59ce-41e1-b983-9db36d0dfa52" providerId="AD" clId="Web-{6E36D025-B74F-D9DE-94FA-24AA10BE03E9}" dt="2026-04-29T08:59:35.424" v="735" actId="20577"/>
      <pc:docMkLst>
        <pc:docMk/>
      </pc:docMkLst>
      <pc:sldChg chg="modSp">
        <pc:chgData name="Caleb Suleaudu" userId="S::w1910808@westminster.ac.uk::315bdf5d-59ce-41e1-b983-9db36d0dfa52" providerId="AD" clId="Web-{6E36D025-B74F-D9DE-94FA-24AA10BE03E9}" dt="2026-04-29T08:45:09.946" v="534" actId="20577"/>
        <pc:sldMkLst>
          <pc:docMk/>
          <pc:sldMk cId="3905788231" sldId="259"/>
        </pc:sldMkLst>
        <pc:spChg chg="mod">
          <ac:chgData name="Caleb Suleaudu" userId="S::w1910808@westminster.ac.uk::315bdf5d-59ce-41e1-b983-9db36d0dfa52" providerId="AD" clId="Web-{6E36D025-B74F-D9DE-94FA-24AA10BE03E9}" dt="2026-04-29T08:45:09.946" v="534" actId="20577"/>
          <ac:spMkLst>
            <pc:docMk/>
            <pc:sldMk cId="3905788231" sldId="259"/>
            <ac:spMk id="3" creationId="{C5F28945-A47B-1BEE-290A-051232822D27}"/>
          </ac:spMkLst>
        </pc:spChg>
      </pc:sldChg>
      <pc:sldChg chg="modSp">
        <pc:chgData name="Caleb Suleaudu" userId="S::w1910808@westminster.ac.uk::315bdf5d-59ce-41e1-b983-9db36d0dfa52" providerId="AD" clId="Web-{6E36D025-B74F-D9DE-94FA-24AA10BE03E9}" dt="2026-04-29T08:31:24.436" v="234" actId="20577"/>
        <pc:sldMkLst>
          <pc:docMk/>
          <pc:sldMk cId="3723731336" sldId="264"/>
        </pc:sldMkLst>
        <pc:spChg chg="mod">
          <ac:chgData name="Caleb Suleaudu" userId="S::w1910808@westminster.ac.uk::315bdf5d-59ce-41e1-b983-9db36d0dfa52" providerId="AD" clId="Web-{6E36D025-B74F-D9DE-94FA-24AA10BE03E9}" dt="2026-04-29T08:31:24.436" v="234" actId="20577"/>
          <ac:spMkLst>
            <pc:docMk/>
            <pc:sldMk cId="3723731336" sldId="264"/>
            <ac:spMk id="3" creationId="{0613422F-68A2-DD55-5ABB-C5073625F671}"/>
          </ac:spMkLst>
        </pc:spChg>
      </pc:sldChg>
      <pc:sldChg chg="modSp">
        <pc:chgData name="Caleb Suleaudu" userId="S::w1910808@westminster.ac.uk::315bdf5d-59ce-41e1-b983-9db36d0dfa52" providerId="AD" clId="Web-{6E36D025-B74F-D9DE-94FA-24AA10BE03E9}" dt="2026-04-29T08:59:35.424" v="735" actId="20577"/>
        <pc:sldMkLst>
          <pc:docMk/>
          <pc:sldMk cId="1272302628" sldId="265"/>
        </pc:sldMkLst>
        <pc:spChg chg="mod">
          <ac:chgData name="Caleb Suleaudu" userId="S::w1910808@westminster.ac.uk::315bdf5d-59ce-41e1-b983-9db36d0dfa52" providerId="AD" clId="Web-{6E36D025-B74F-D9DE-94FA-24AA10BE03E9}" dt="2026-04-29T08:59:35.424" v="735" actId="20577"/>
          <ac:spMkLst>
            <pc:docMk/>
            <pc:sldMk cId="1272302628" sldId="265"/>
            <ac:spMk id="3" creationId="{436EB277-F8BC-3C2F-B911-2BB4D1EEC136}"/>
          </ac:spMkLst>
        </pc:spChg>
      </pc:sldChg>
      <pc:sldChg chg="modSp new">
        <pc:chgData name="Caleb Suleaudu" userId="S::w1910808@westminster.ac.uk::315bdf5d-59ce-41e1-b983-9db36d0dfa52" providerId="AD" clId="Web-{6E36D025-B74F-D9DE-94FA-24AA10BE03E9}" dt="2026-04-29T08:57:18.255" v="709" actId="20577"/>
        <pc:sldMkLst>
          <pc:docMk/>
          <pc:sldMk cId="1459111670" sldId="268"/>
        </pc:sldMkLst>
        <pc:spChg chg="mod">
          <ac:chgData name="Caleb Suleaudu" userId="S::w1910808@westminster.ac.uk::315bdf5d-59ce-41e1-b983-9db36d0dfa52" providerId="AD" clId="Web-{6E36D025-B74F-D9DE-94FA-24AA10BE03E9}" dt="2026-04-29T08:57:18.255" v="709" actId="20577"/>
          <ac:spMkLst>
            <pc:docMk/>
            <pc:sldMk cId="1459111670" sldId="268"/>
            <ac:spMk id="2" creationId="{9DE31F6E-7EE0-E7E6-4E95-3CB4541334F2}"/>
          </ac:spMkLst>
        </pc:spChg>
      </pc:sldChg>
      <pc:sldChg chg="modSp new">
        <pc:chgData name="Caleb Suleaudu" userId="S::w1910808@westminster.ac.uk::315bdf5d-59ce-41e1-b983-9db36d0dfa52" providerId="AD" clId="Web-{6E36D025-B74F-D9DE-94FA-24AA10BE03E9}" dt="2026-04-29T08:58:16.542" v="730" actId="20577"/>
        <pc:sldMkLst>
          <pc:docMk/>
          <pc:sldMk cId="2047606335" sldId="269"/>
        </pc:sldMkLst>
        <pc:spChg chg="mod">
          <ac:chgData name="Caleb Suleaudu" userId="S::w1910808@westminster.ac.uk::315bdf5d-59ce-41e1-b983-9db36d0dfa52" providerId="AD" clId="Web-{6E36D025-B74F-D9DE-94FA-24AA10BE03E9}" dt="2026-04-29T08:58:16.542" v="730" actId="20577"/>
          <ac:spMkLst>
            <pc:docMk/>
            <pc:sldMk cId="2047606335" sldId="269"/>
            <ac:spMk id="2" creationId="{4C7C888A-B655-BF99-46CA-DBEACCF7F6E4}"/>
          </ac:spMkLst>
        </pc:spChg>
      </pc:sldChg>
    </pc:docChg>
  </pc:docChgLst>
  <pc:docChgLst>
    <pc:chgData name="Gabriel Lopez Narvaez" userId="S::w2090932@westminster.ac.uk::f46d8341-c8d1-4acf-94b6-7912d5aa815b" providerId="AD" clId="Web-{914A1EEC-CD9E-8CD7-6313-7340985411F4}"/>
    <pc:docChg chg="modSld">
      <pc:chgData name="Gabriel Lopez Narvaez" userId="S::w2090932@westminster.ac.uk::f46d8341-c8d1-4acf-94b6-7912d5aa815b" providerId="AD" clId="Web-{914A1EEC-CD9E-8CD7-6313-7340985411F4}" dt="2026-04-29T21:22:17.743" v="0" actId="14100"/>
      <pc:docMkLst>
        <pc:docMk/>
      </pc:docMkLst>
      <pc:sldChg chg="modSp">
        <pc:chgData name="Gabriel Lopez Narvaez" userId="S::w2090932@westminster.ac.uk::f46d8341-c8d1-4acf-94b6-7912d5aa815b" providerId="AD" clId="Web-{914A1EEC-CD9E-8CD7-6313-7340985411F4}" dt="2026-04-29T21:22:17.743" v="0" actId="14100"/>
        <pc:sldMkLst>
          <pc:docMk/>
          <pc:sldMk cId="3432120968" sldId="260"/>
        </pc:sldMkLst>
        <pc:spChg chg="mod">
          <ac:chgData name="Gabriel Lopez Narvaez" userId="S::w2090932@westminster.ac.uk::f46d8341-c8d1-4acf-94b6-7912d5aa815b" providerId="AD" clId="Web-{914A1EEC-CD9E-8CD7-6313-7340985411F4}" dt="2026-04-29T21:22:17.743" v="0" actId="14100"/>
          <ac:spMkLst>
            <pc:docMk/>
            <pc:sldMk cId="3432120968" sldId="260"/>
            <ac:spMk id="5" creationId="{E7B66C8D-E777-2E95-8730-DC3870B5C296}"/>
          </ac:spMkLst>
        </pc:spChg>
      </pc:sldChg>
    </pc:docChg>
  </pc:docChgLst>
  <pc:docChgLst>
    <pc:chgData name="Suber Abdi Abdi" userId="S::w2069210@westminster.ac.uk::7ecedc1a-853a-48ec-981b-e1680413beb5" providerId="AD" clId="Web-{465BE342-2811-62BD-2315-194AEC090685}"/>
    <pc:docChg chg="modSld">
      <pc:chgData name="Suber Abdi Abdi" userId="S::w2069210@westminster.ac.uk::7ecedc1a-853a-48ec-981b-e1680413beb5" providerId="AD" clId="Web-{465BE342-2811-62BD-2315-194AEC090685}" dt="2026-04-30T13:59:28.349" v="12" actId="20577"/>
      <pc:docMkLst>
        <pc:docMk/>
      </pc:docMkLst>
      <pc:sldChg chg="modSp">
        <pc:chgData name="Suber Abdi Abdi" userId="S::w2069210@westminster.ac.uk::7ecedc1a-853a-48ec-981b-e1680413beb5" providerId="AD" clId="Web-{465BE342-2811-62BD-2315-194AEC090685}" dt="2026-04-30T13:59:28.349" v="12" actId="20577"/>
        <pc:sldMkLst>
          <pc:docMk/>
          <pc:sldMk cId="437345967" sldId="281"/>
        </pc:sldMkLst>
        <pc:spChg chg="mod">
          <ac:chgData name="Suber Abdi Abdi" userId="S::w2069210@westminster.ac.uk::7ecedc1a-853a-48ec-981b-e1680413beb5" providerId="AD" clId="Web-{465BE342-2811-62BD-2315-194AEC090685}" dt="2026-04-30T13:59:28.349" v="12" actId="20577"/>
          <ac:spMkLst>
            <pc:docMk/>
            <pc:sldMk cId="437345967" sldId="281"/>
            <ac:spMk id="4" creationId="{767D7188-E7A3-D910-282F-3594B5EC014D}"/>
          </ac:spMkLst>
        </pc:spChg>
      </pc:sldChg>
      <pc:sldChg chg="modSp">
        <pc:chgData name="Suber Abdi Abdi" userId="S::w2069210@westminster.ac.uk::7ecedc1a-853a-48ec-981b-e1680413beb5" providerId="AD" clId="Web-{465BE342-2811-62BD-2315-194AEC090685}" dt="2026-04-30T13:59:06.005" v="4" actId="20577"/>
        <pc:sldMkLst>
          <pc:docMk/>
          <pc:sldMk cId="2353581752" sldId="290"/>
        </pc:sldMkLst>
        <pc:spChg chg="mod">
          <ac:chgData name="Suber Abdi Abdi" userId="S::w2069210@westminster.ac.uk::7ecedc1a-853a-48ec-981b-e1680413beb5" providerId="AD" clId="Web-{465BE342-2811-62BD-2315-194AEC090685}" dt="2026-04-30T13:59:06.005" v="4" actId="20577"/>
          <ac:spMkLst>
            <pc:docMk/>
            <pc:sldMk cId="2353581752" sldId="290"/>
            <ac:spMk id="2" creationId="{4A27DA82-7C9E-C642-C71F-C982BE202E5C}"/>
          </ac:spMkLst>
        </pc:spChg>
      </pc:sldChg>
      <pc:sldChg chg="modSp">
        <pc:chgData name="Suber Abdi Abdi" userId="S::w2069210@westminster.ac.uk::7ecedc1a-853a-48ec-981b-e1680413beb5" providerId="AD" clId="Web-{465BE342-2811-62BD-2315-194AEC090685}" dt="2026-04-30T13:59:01.114" v="3" actId="20577"/>
        <pc:sldMkLst>
          <pc:docMk/>
          <pc:sldMk cId="1640732402" sldId="291"/>
        </pc:sldMkLst>
        <pc:spChg chg="mod">
          <ac:chgData name="Suber Abdi Abdi" userId="S::w2069210@westminster.ac.uk::7ecedc1a-853a-48ec-981b-e1680413beb5" providerId="AD" clId="Web-{465BE342-2811-62BD-2315-194AEC090685}" dt="2026-04-30T13:59:01.114" v="3" actId="20577"/>
          <ac:spMkLst>
            <pc:docMk/>
            <pc:sldMk cId="1640732402" sldId="291"/>
            <ac:spMk id="2" creationId="{C88F9D97-F838-52C6-3159-7DC668CD2776}"/>
          </ac:spMkLst>
        </pc:spChg>
      </pc:sldChg>
    </pc:docChg>
  </pc:docChgLst>
  <pc:docChgLst>
    <pc:chgData name="Nicholas Nicolaou" userId="S::w2047568@westminster.ac.uk::77432c12-9cbc-45ca-a5e7-543f540393d1" providerId="AD" clId="Web-{396DD4F3-5770-6145-6278-4FB10A9DE7D8}"/>
    <pc:docChg chg="addSld modSld sldOrd">
      <pc:chgData name="Nicholas Nicolaou" userId="S::w2047568@westminster.ac.uk::77432c12-9cbc-45ca-a5e7-543f540393d1" providerId="AD" clId="Web-{396DD4F3-5770-6145-6278-4FB10A9DE7D8}" dt="2026-04-29T15:56:20.222" v="1115" actId="20577"/>
      <pc:docMkLst>
        <pc:docMk/>
      </pc:docMkLst>
      <pc:sldChg chg="modSp">
        <pc:chgData name="Nicholas Nicolaou" userId="S::w2047568@westminster.ac.uk::77432c12-9cbc-45ca-a5e7-543f540393d1" providerId="AD" clId="Web-{396DD4F3-5770-6145-6278-4FB10A9DE7D8}" dt="2026-04-29T14:45:46.795" v="434"/>
        <pc:sldMkLst>
          <pc:docMk/>
          <pc:sldMk cId="902224447" sldId="270"/>
        </pc:sldMkLst>
        <pc:graphicFrameChg chg="mod modGraphic">
          <ac:chgData name="Nicholas Nicolaou" userId="S::w2047568@westminster.ac.uk::77432c12-9cbc-45ca-a5e7-543f540393d1" providerId="AD" clId="Web-{396DD4F3-5770-6145-6278-4FB10A9DE7D8}" dt="2026-04-29T14:44:06.199" v="284"/>
          <ac:graphicFrameMkLst>
            <pc:docMk/>
            <pc:sldMk cId="902224447" sldId="270"/>
            <ac:graphicFrameMk id="4" creationId="{28720C41-CC6F-B944-E38E-840B123D0273}"/>
          </ac:graphicFrameMkLst>
        </pc:graphicFrameChg>
        <pc:graphicFrameChg chg="mod modGraphic">
          <ac:chgData name="Nicholas Nicolaou" userId="S::w2047568@westminster.ac.uk::77432c12-9cbc-45ca-a5e7-543f540393d1" providerId="AD" clId="Web-{396DD4F3-5770-6145-6278-4FB10A9DE7D8}" dt="2026-04-29T14:45:46.795" v="434"/>
          <ac:graphicFrameMkLst>
            <pc:docMk/>
            <pc:sldMk cId="902224447" sldId="270"/>
            <ac:graphicFrameMk id="6" creationId="{FA083FE1-16E1-8B6A-3F60-5333BFA3BFA0}"/>
          </ac:graphicFrameMkLst>
        </pc:graphicFrameChg>
      </pc:sldChg>
      <pc:sldChg chg="addSp delSp modSp">
        <pc:chgData name="Nicholas Nicolaou" userId="S::w2047568@westminster.ac.uk::77432c12-9cbc-45ca-a5e7-543f540393d1" providerId="AD" clId="Web-{396DD4F3-5770-6145-6278-4FB10A9DE7D8}" dt="2026-04-29T14:52:43.576" v="520" actId="1076"/>
        <pc:sldMkLst>
          <pc:docMk/>
          <pc:sldMk cId="2966320446" sldId="279"/>
        </pc:sldMkLst>
        <pc:spChg chg="mod">
          <ac:chgData name="Nicholas Nicolaou" userId="S::w2047568@westminster.ac.uk::77432c12-9cbc-45ca-a5e7-543f540393d1" providerId="AD" clId="Web-{396DD4F3-5770-6145-6278-4FB10A9DE7D8}" dt="2026-04-29T14:52:30.182" v="518" actId="20577"/>
          <ac:spMkLst>
            <pc:docMk/>
            <pc:sldMk cId="2966320446" sldId="279"/>
            <ac:spMk id="3" creationId="{015A7F05-61DC-2E82-EB0D-5CAE48B56A09}"/>
          </ac:spMkLst>
        </pc:spChg>
        <pc:spChg chg="add del">
          <ac:chgData name="Nicholas Nicolaou" userId="S::w2047568@westminster.ac.uk::77432c12-9cbc-45ca-a5e7-543f540393d1" providerId="AD" clId="Web-{396DD4F3-5770-6145-6278-4FB10A9DE7D8}" dt="2026-04-29T14:48:31.125" v="446"/>
          <ac:spMkLst>
            <pc:docMk/>
            <pc:sldMk cId="2966320446" sldId="279"/>
            <ac:spMk id="6" creationId="{97ED85DF-D63C-DF3F-C4B2-058966730C5E}"/>
          </ac:spMkLst>
        </pc:spChg>
        <pc:spChg chg="add del mod">
          <ac:chgData name="Nicholas Nicolaou" userId="S::w2047568@westminster.ac.uk::77432c12-9cbc-45ca-a5e7-543f540393d1" providerId="AD" clId="Web-{396DD4F3-5770-6145-6278-4FB10A9DE7D8}" dt="2026-04-29T14:50:40.611" v="461"/>
          <ac:spMkLst>
            <pc:docMk/>
            <pc:sldMk cId="2966320446" sldId="279"/>
            <ac:spMk id="7" creationId="{A6CD4063-6DC3-AE99-3AF1-9E23F71BD7CD}"/>
          </ac:spMkLst>
        </pc:spChg>
        <pc:spChg chg="add mod">
          <ac:chgData name="Nicholas Nicolaou" userId="S::w2047568@westminster.ac.uk::77432c12-9cbc-45ca-a5e7-543f540393d1" providerId="AD" clId="Web-{396DD4F3-5770-6145-6278-4FB10A9DE7D8}" dt="2026-04-29T14:50:55.362" v="473" actId="20577"/>
          <ac:spMkLst>
            <pc:docMk/>
            <pc:sldMk cId="2966320446" sldId="279"/>
            <ac:spMk id="8" creationId="{28814780-F955-5795-DC45-34C5CFA0CFC2}"/>
          </ac:spMkLst>
        </pc:spChg>
        <pc:spChg chg="add mod">
          <ac:chgData name="Nicholas Nicolaou" userId="S::w2047568@westminster.ac.uk::77432c12-9cbc-45ca-a5e7-543f540393d1" providerId="AD" clId="Web-{396DD4F3-5770-6145-6278-4FB10A9DE7D8}" dt="2026-04-29T14:51:49.188" v="515" actId="20577"/>
          <ac:spMkLst>
            <pc:docMk/>
            <pc:sldMk cId="2966320446" sldId="279"/>
            <ac:spMk id="9" creationId="{D10C972C-CEBA-AFAF-4FCD-F18680C8CD32}"/>
          </ac:spMkLst>
        </pc:spChg>
        <pc:picChg chg="add mod">
          <ac:chgData name="Nicholas Nicolaou" userId="S::w2047568@westminster.ac.uk::77432c12-9cbc-45ca-a5e7-543f540393d1" providerId="AD" clId="Web-{396DD4F3-5770-6145-6278-4FB10A9DE7D8}" dt="2026-04-29T14:52:43.576" v="520" actId="1076"/>
          <ac:picMkLst>
            <pc:docMk/>
            <pc:sldMk cId="2966320446" sldId="279"/>
            <ac:picMk id="4" creationId="{F76FE19F-C917-0853-7E3A-0F85BABD0DD3}"/>
          </ac:picMkLst>
        </pc:picChg>
        <pc:picChg chg="mod">
          <ac:chgData name="Nicholas Nicolaou" userId="S::w2047568@westminster.ac.uk::77432c12-9cbc-45ca-a5e7-543f540393d1" providerId="AD" clId="Web-{396DD4F3-5770-6145-6278-4FB10A9DE7D8}" dt="2026-04-29T14:52:34.230" v="519" actId="1076"/>
          <ac:picMkLst>
            <pc:docMk/>
            <pc:sldMk cId="2966320446" sldId="279"/>
            <ac:picMk id="5" creationId="{039EB88E-7F91-EEF3-945D-9C11281CF477}"/>
          </ac:picMkLst>
        </pc:picChg>
      </pc:sldChg>
      <pc:sldChg chg="addSp delSp modSp">
        <pc:chgData name="Nicholas Nicolaou" userId="S::w2047568@westminster.ac.uk::77432c12-9cbc-45ca-a5e7-543f540393d1" providerId="AD" clId="Web-{396DD4F3-5770-6145-6278-4FB10A9DE7D8}" dt="2026-04-29T15:41:01.876" v="896" actId="1076"/>
        <pc:sldMkLst>
          <pc:docMk/>
          <pc:sldMk cId="2459647778" sldId="285"/>
        </pc:sldMkLst>
        <pc:spChg chg="mod">
          <ac:chgData name="Nicholas Nicolaou" userId="S::w2047568@westminster.ac.uk::77432c12-9cbc-45ca-a5e7-543f540393d1" providerId="AD" clId="Web-{396DD4F3-5770-6145-6278-4FB10A9DE7D8}" dt="2026-04-29T15:11:44.842" v="669" actId="20577"/>
          <ac:spMkLst>
            <pc:docMk/>
            <pc:sldMk cId="2459647778" sldId="285"/>
            <ac:spMk id="2" creationId="{6B826802-3D06-8B3F-D2ED-74F1FBD7C9E8}"/>
          </ac:spMkLst>
        </pc:spChg>
        <pc:spChg chg="mod">
          <ac:chgData name="Nicholas Nicolaou" userId="S::w2047568@westminster.ac.uk::77432c12-9cbc-45ca-a5e7-543f540393d1" providerId="AD" clId="Web-{396DD4F3-5770-6145-6278-4FB10A9DE7D8}" dt="2026-04-29T15:40:36.438" v="886" actId="1076"/>
          <ac:spMkLst>
            <pc:docMk/>
            <pc:sldMk cId="2459647778" sldId="285"/>
            <ac:spMk id="3" creationId="{2F3D3922-6985-484F-9D39-508E89ED33A1}"/>
          </ac:spMkLst>
        </pc:spChg>
        <pc:spChg chg="del mod">
          <ac:chgData name="Nicholas Nicolaou" userId="S::w2047568@westminster.ac.uk::77432c12-9cbc-45ca-a5e7-543f540393d1" providerId="AD" clId="Web-{396DD4F3-5770-6145-6278-4FB10A9DE7D8}" dt="2026-04-29T14:20:42.639" v="82"/>
          <ac:spMkLst>
            <pc:docMk/>
            <pc:sldMk cId="2459647778" sldId="285"/>
            <ac:spMk id="3" creationId="{AC917002-BA6E-4D32-2622-90A01B67556C}"/>
          </ac:spMkLst>
        </pc:spChg>
        <pc:spChg chg="add del mod">
          <ac:chgData name="Nicholas Nicolaou" userId="S::w2047568@westminster.ac.uk::77432c12-9cbc-45ca-a5e7-543f540393d1" providerId="AD" clId="Web-{396DD4F3-5770-6145-6278-4FB10A9DE7D8}" dt="2026-04-29T15:40:33.063" v="885"/>
          <ac:spMkLst>
            <pc:docMk/>
            <pc:sldMk cId="2459647778" sldId="285"/>
            <ac:spMk id="4" creationId="{88CF292B-4BC6-3CBC-DB15-B91DB0493E09}"/>
          </ac:spMkLst>
        </pc:spChg>
        <pc:spChg chg="mod">
          <ac:chgData name="Nicholas Nicolaou" userId="S::w2047568@westminster.ac.uk::77432c12-9cbc-45ca-a5e7-543f540393d1" providerId="AD" clId="Web-{396DD4F3-5770-6145-6278-4FB10A9DE7D8}" dt="2026-04-29T15:35:08.367" v="821" actId="1076"/>
          <ac:spMkLst>
            <pc:docMk/>
            <pc:sldMk cId="2459647778" sldId="285"/>
            <ac:spMk id="5" creationId="{3706C89A-1DB7-BF78-53C4-90E75DDDBFF3}"/>
          </ac:spMkLst>
        </pc:spChg>
        <pc:spChg chg="mod">
          <ac:chgData name="Nicholas Nicolaou" userId="S::w2047568@westminster.ac.uk::77432c12-9cbc-45ca-a5e7-543f540393d1" providerId="AD" clId="Web-{396DD4F3-5770-6145-6278-4FB10A9DE7D8}" dt="2026-04-29T15:35:24.477" v="826" actId="1076"/>
          <ac:spMkLst>
            <pc:docMk/>
            <pc:sldMk cId="2459647778" sldId="285"/>
            <ac:spMk id="7" creationId="{2D242026-23A2-1A51-5EFC-2D12F2E08840}"/>
          </ac:spMkLst>
        </pc:spChg>
        <pc:spChg chg="mod">
          <ac:chgData name="Nicholas Nicolaou" userId="S::w2047568@westminster.ac.uk::77432c12-9cbc-45ca-a5e7-543f540393d1" providerId="AD" clId="Web-{396DD4F3-5770-6145-6278-4FB10A9DE7D8}" dt="2026-04-29T15:37:40.450" v="865" actId="1076"/>
          <ac:spMkLst>
            <pc:docMk/>
            <pc:sldMk cId="2459647778" sldId="285"/>
            <ac:spMk id="8" creationId="{2576D4F3-E48D-1053-52FB-658B1BB37BF3}"/>
          </ac:spMkLst>
        </pc:spChg>
        <pc:spChg chg="add del mod">
          <ac:chgData name="Nicholas Nicolaou" userId="S::w2047568@westminster.ac.uk::77432c12-9cbc-45ca-a5e7-543f540393d1" providerId="AD" clId="Web-{396DD4F3-5770-6145-6278-4FB10A9DE7D8}" dt="2026-04-29T15:12:44.191" v="679"/>
          <ac:spMkLst>
            <pc:docMk/>
            <pc:sldMk cId="2459647778" sldId="285"/>
            <ac:spMk id="8" creationId="{AF5D7101-8699-5499-21AF-B2582C52EF7A}"/>
          </ac:spMkLst>
        </pc:spChg>
        <pc:spChg chg="add mod">
          <ac:chgData name="Nicholas Nicolaou" userId="S::w2047568@westminster.ac.uk::77432c12-9cbc-45ca-a5e7-543f540393d1" providerId="AD" clId="Web-{396DD4F3-5770-6145-6278-4FB10A9DE7D8}" dt="2026-04-29T15:01:39.284" v="570" actId="1076"/>
          <ac:spMkLst>
            <pc:docMk/>
            <pc:sldMk cId="2459647778" sldId="285"/>
            <ac:spMk id="9" creationId="{1B6F91D6-1B5F-18C2-49B5-0124B4C53671}"/>
          </ac:spMkLst>
        </pc:spChg>
        <pc:spChg chg="add mod">
          <ac:chgData name="Nicholas Nicolaou" userId="S::w2047568@westminster.ac.uk::77432c12-9cbc-45ca-a5e7-543f540393d1" providerId="AD" clId="Web-{396DD4F3-5770-6145-6278-4FB10A9DE7D8}" dt="2026-04-29T15:40:39.360" v="887" actId="1076"/>
          <ac:spMkLst>
            <pc:docMk/>
            <pc:sldMk cId="2459647778" sldId="285"/>
            <ac:spMk id="10" creationId="{6584CD43-AC0C-19EA-5385-0C000DE0EF4D}"/>
          </ac:spMkLst>
        </pc:spChg>
        <pc:spChg chg="add mod">
          <ac:chgData name="Nicholas Nicolaou" userId="S::w2047568@westminster.ac.uk::77432c12-9cbc-45ca-a5e7-543f540393d1" providerId="AD" clId="Web-{396DD4F3-5770-6145-6278-4FB10A9DE7D8}" dt="2026-04-29T15:41:01.876" v="896" actId="1076"/>
          <ac:spMkLst>
            <pc:docMk/>
            <pc:sldMk cId="2459647778" sldId="285"/>
            <ac:spMk id="11" creationId="{BBE4C18C-D467-203D-CE57-30522280BAF9}"/>
          </ac:spMkLst>
        </pc:spChg>
        <pc:picChg chg="add del mod">
          <ac:chgData name="Nicholas Nicolaou" userId="S::w2047568@westminster.ac.uk::77432c12-9cbc-45ca-a5e7-543f540393d1" providerId="AD" clId="Web-{396DD4F3-5770-6145-6278-4FB10A9DE7D8}" dt="2026-04-29T14:30:28.391" v="118"/>
          <ac:picMkLst>
            <pc:docMk/>
            <pc:sldMk cId="2459647778" sldId="285"/>
            <ac:picMk id="5" creationId="{440CD211-24D5-5CE5-5DCF-C0474692ADC1}"/>
          </ac:picMkLst>
        </pc:picChg>
        <pc:picChg chg="add mod">
          <ac:chgData name="Nicholas Nicolaou" userId="S::w2047568@westminster.ac.uk::77432c12-9cbc-45ca-a5e7-543f540393d1" providerId="AD" clId="Web-{396DD4F3-5770-6145-6278-4FB10A9DE7D8}" dt="2026-04-29T15:35:30.759" v="828" actId="14100"/>
          <ac:picMkLst>
            <pc:docMk/>
            <pc:sldMk cId="2459647778" sldId="285"/>
            <ac:picMk id="6" creationId="{2E850AEE-549B-95DF-05E8-1EC3A9DFCA5B}"/>
          </ac:picMkLst>
        </pc:picChg>
        <pc:picChg chg="add mod">
          <ac:chgData name="Nicholas Nicolaou" userId="S::w2047568@westminster.ac.uk::77432c12-9cbc-45ca-a5e7-543f540393d1" providerId="AD" clId="Web-{396DD4F3-5770-6145-6278-4FB10A9DE7D8}" dt="2026-04-29T15:12:30.440" v="677" actId="1076"/>
          <ac:picMkLst>
            <pc:docMk/>
            <pc:sldMk cId="2459647778" sldId="285"/>
            <ac:picMk id="7" creationId="{56283B43-B881-7447-5613-766F450F80F3}"/>
          </ac:picMkLst>
        </pc:picChg>
        <pc:picChg chg="add mod">
          <ac:chgData name="Nicholas Nicolaou" userId="S::w2047568@westminster.ac.uk::77432c12-9cbc-45ca-a5e7-543f540393d1" providerId="AD" clId="Web-{396DD4F3-5770-6145-6278-4FB10A9DE7D8}" dt="2026-04-29T15:35:03.836" v="820" actId="1076"/>
          <ac:picMkLst>
            <pc:docMk/>
            <pc:sldMk cId="2459647778" sldId="285"/>
            <ac:picMk id="12" creationId="{4A8637CB-D652-8D9A-AA0E-C345FB63D64B}"/>
          </ac:picMkLst>
        </pc:picChg>
        <pc:picChg chg="add mod">
          <ac:chgData name="Nicholas Nicolaou" userId="S::w2047568@westminster.ac.uk::77432c12-9cbc-45ca-a5e7-543f540393d1" providerId="AD" clId="Web-{396DD4F3-5770-6145-6278-4FB10A9DE7D8}" dt="2026-04-29T15:37:35.637" v="864" actId="1076"/>
          <ac:picMkLst>
            <pc:docMk/>
            <pc:sldMk cId="2459647778" sldId="285"/>
            <ac:picMk id="13" creationId="{9F02CC1A-C6BB-7663-E205-D6BEC23089EA}"/>
          </ac:picMkLst>
        </pc:picChg>
      </pc:sldChg>
      <pc:sldChg chg="addSp delSp modSp new">
        <pc:chgData name="Nicholas Nicolaou" userId="S::w2047568@westminster.ac.uk::77432c12-9cbc-45ca-a5e7-543f540393d1" providerId="AD" clId="Web-{396DD4F3-5770-6145-6278-4FB10A9DE7D8}" dt="2026-04-29T15:53:29.593" v="1072" actId="1076"/>
        <pc:sldMkLst>
          <pc:docMk/>
          <pc:sldMk cId="3853811330" sldId="287"/>
        </pc:sldMkLst>
        <pc:spChg chg="del">
          <ac:chgData name="Nicholas Nicolaou" userId="S::w2047568@westminster.ac.uk::77432c12-9cbc-45ca-a5e7-543f540393d1" providerId="AD" clId="Web-{396DD4F3-5770-6145-6278-4FB10A9DE7D8}" dt="2026-04-29T14:29:25.545" v="92"/>
          <ac:spMkLst>
            <pc:docMk/>
            <pc:sldMk cId="3853811330" sldId="287"/>
            <ac:spMk id="2" creationId="{C27DEBF7-3EAF-D6D5-FEE8-FEFE34173C0E}"/>
          </ac:spMkLst>
        </pc:spChg>
        <pc:spChg chg="del mod">
          <ac:chgData name="Nicholas Nicolaou" userId="S::w2047568@westminster.ac.uk::77432c12-9cbc-45ca-a5e7-543f540393d1" providerId="AD" clId="Web-{396DD4F3-5770-6145-6278-4FB10A9DE7D8}" dt="2026-04-29T15:39:00.405" v="874"/>
          <ac:spMkLst>
            <pc:docMk/>
            <pc:sldMk cId="3853811330" sldId="287"/>
            <ac:spMk id="3" creationId="{3CE8A511-AB0D-29A8-5911-F6752D139120}"/>
          </ac:spMkLst>
        </pc:spChg>
        <pc:spChg chg="del">
          <ac:chgData name="Nicholas Nicolaou" userId="S::w2047568@westminster.ac.uk::77432c12-9cbc-45ca-a5e7-543f540393d1" providerId="AD" clId="Web-{396DD4F3-5770-6145-6278-4FB10A9DE7D8}" dt="2026-04-29T14:29:31.732" v="93"/>
          <ac:spMkLst>
            <pc:docMk/>
            <pc:sldMk cId="3853811330" sldId="287"/>
            <ac:spMk id="3" creationId="{740B5DA5-2797-95B2-178F-BED010D84D53}"/>
          </ac:spMkLst>
        </pc:spChg>
        <pc:spChg chg="del mod">
          <ac:chgData name="Nicholas Nicolaou" userId="S::w2047568@westminster.ac.uk::77432c12-9cbc-45ca-a5e7-543f540393d1" providerId="AD" clId="Web-{396DD4F3-5770-6145-6278-4FB10A9DE7D8}" dt="2026-04-29T15:39:10.420" v="880"/>
          <ac:spMkLst>
            <pc:docMk/>
            <pc:sldMk cId="3853811330" sldId="287"/>
            <ac:spMk id="4" creationId="{0F0EDB90-B130-8B1B-721B-592B27E8C6B6}"/>
          </ac:spMkLst>
        </pc:spChg>
        <pc:spChg chg="add mod">
          <ac:chgData name="Nicholas Nicolaou" userId="S::w2047568@westminster.ac.uk::77432c12-9cbc-45ca-a5e7-543f540393d1" providerId="AD" clId="Web-{396DD4F3-5770-6145-6278-4FB10A9DE7D8}" dt="2026-04-29T14:30:18.266" v="116" actId="14100"/>
          <ac:spMkLst>
            <pc:docMk/>
            <pc:sldMk cId="3853811330" sldId="287"/>
            <ac:spMk id="5" creationId="{1AC64E7A-E5EB-865D-7134-1AA06C2F9B51}"/>
          </ac:spMkLst>
        </pc:spChg>
        <pc:spChg chg="add mod">
          <ac:chgData name="Nicholas Nicolaou" userId="S::w2047568@westminster.ac.uk::77432c12-9cbc-45ca-a5e7-543f540393d1" providerId="AD" clId="Web-{396DD4F3-5770-6145-6278-4FB10A9DE7D8}" dt="2026-04-29T15:39:13.405" v="881" actId="1076"/>
          <ac:spMkLst>
            <pc:docMk/>
            <pc:sldMk cId="3853811330" sldId="287"/>
            <ac:spMk id="10" creationId="{6EE9F935-C295-FC0D-E70F-9C03D62FCD4D}"/>
          </ac:spMkLst>
        </pc:spChg>
        <pc:spChg chg="add mod">
          <ac:chgData name="Nicholas Nicolaou" userId="S::w2047568@westminster.ac.uk::77432c12-9cbc-45ca-a5e7-543f540393d1" providerId="AD" clId="Web-{396DD4F3-5770-6145-6278-4FB10A9DE7D8}" dt="2026-04-29T14:46:11.701" v="435" actId="20577"/>
          <ac:spMkLst>
            <pc:docMk/>
            <pc:sldMk cId="3853811330" sldId="287"/>
            <ac:spMk id="11" creationId="{DF245682-365A-6176-9F6B-B112B015D548}"/>
          </ac:spMkLst>
        </pc:spChg>
        <pc:spChg chg="add mod">
          <ac:chgData name="Nicholas Nicolaou" userId="S::w2047568@westminster.ac.uk::77432c12-9cbc-45ca-a5e7-543f540393d1" providerId="AD" clId="Web-{396DD4F3-5770-6145-6278-4FB10A9DE7D8}" dt="2026-04-29T14:43:03.260" v="273" actId="20577"/>
          <ac:spMkLst>
            <pc:docMk/>
            <pc:sldMk cId="3853811330" sldId="287"/>
            <ac:spMk id="12" creationId="{5F7CE9CF-0B1F-99BA-3899-DAC0A6014EBC}"/>
          </ac:spMkLst>
        </pc:spChg>
        <pc:spChg chg="del mod">
          <ac:chgData name="Nicholas Nicolaou" userId="S::w2047568@westminster.ac.uk::77432c12-9cbc-45ca-a5e7-543f540393d1" providerId="AD" clId="Web-{396DD4F3-5770-6145-6278-4FB10A9DE7D8}" dt="2026-04-29T15:43:00.418" v="902"/>
          <ac:spMkLst>
            <pc:docMk/>
            <pc:sldMk cId="3853811330" sldId="287"/>
            <ac:spMk id="13" creationId="{5A53B36B-0164-3CAA-14BA-F58F97C23B57}"/>
          </ac:spMkLst>
        </pc:spChg>
        <pc:spChg chg="mod">
          <ac:chgData name="Nicholas Nicolaou" userId="S::w2047568@westminster.ac.uk::77432c12-9cbc-45ca-a5e7-543f540393d1" providerId="AD" clId="Web-{396DD4F3-5770-6145-6278-4FB10A9DE7D8}" dt="2026-04-29T15:53:20.093" v="1066" actId="1076"/>
          <ac:spMkLst>
            <pc:docMk/>
            <pc:sldMk cId="3853811330" sldId="287"/>
            <ac:spMk id="18" creationId="{70886837-3BB8-6410-A423-C748492060F6}"/>
          </ac:spMkLst>
        </pc:spChg>
        <pc:spChg chg="add del">
          <ac:chgData name="Nicholas Nicolaou" userId="S::w2047568@westminster.ac.uk::77432c12-9cbc-45ca-a5e7-543f540393d1" providerId="AD" clId="Web-{396DD4F3-5770-6145-6278-4FB10A9DE7D8}" dt="2026-04-29T15:45:16.313" v="932"/>
          <ac:spMkLst>
            <pc:docMk/>
            <pc:sldMk cId="3853811330" sldId="287"/>
            <ac:spMk id="19" creationId="{C37CDC50-CA81-AED6-7E17-0B09CD09A759}"/>
          </ac:spMkLst>
        </pc:spChg>
        <pc:spChg chg="add mod">
          <ac:chgData name="Nicholas Nicolaou" userId="S::w2047568@westminster.ac.uk::77432c12-9cbc-45ca-a5e7-543f540393d1" providerId="AD" clId="Web-{396DD4F3-5770-6145-6278-4FB10A9DE7D8}" dt="2026-04-29T15:45:32.581" v="939" actId="1076"/>
          <ac:spMkLst>
            <pc:docMk/>
            <pc:sldMk cId="3853811330" sldId="287"/>
            <ac:spMk id="20" creationId="{88228DFA-6678-75BF-9151-9F5A8B14B439}"/>
          </ac:spMkLst>
        </pc:spChg>
        <pc:spChg chg="add mod">
          <ac:chgData name="Nicholas Nicolaou" userId="S::w2047568@westminster.ac.uk::77432c12-9cbc-45ca-a5e7-543f540393d1" providerId="AD" clId="Web-{396DD4F3-5770-6145-6278-4FB10A9DE7D8}" dt="2026-04-29T15:53:28.015" v="1070" actId="20577"/>
          <ac:spMkLst>
            <pc:docMk/>
            <pc:sldMk cId="3853811330" sldId="287"/>
            <ac:spMk id="21" creationId="{501940BB-916E-79E3-4B71-31AC62A87153}"/>
          </ac:spMkLst>
        </pc:spChg>
        <pc:spChg chg="add mod">
          <ac:chgData name="Nicholas Nicolaou" userId="S::w2047568@westminster.ac.uk::77432c12-9cbc-45ca-a5e7-543f540393d1" providerId="AD" clId="Web-{396DD4F3-5770-6145-6278-4FB10A9DE7D8}" dt="2026-04-29T15:52:26.841" v="1033" actId="1076"/>
          <ac:spMkLst>
            <pc:docMk/>
            <pc:sldMk cId="3853811330" sldId="287"/>
            <ac:spMk id="22" creationId="{7E353210-6D4D-8302-295C-AB6D7E6A0981}"/>
          </ac:spMkLst>
        </pc:spChg>
        <pc:spChg chg="add mod">
          <ac:chgData name="Nicholas Nicolaou" userId="S::w2047568@westminster.ac.uk::77432c12-9cbc-45ca-a5e7-543f540393d1" providerId="AD" clId="Web-{396DD4F3-5770-6145-6278-4FB10A9DE7D8}" dt="2026-04-29T15:52:12.528" v="1028" actId="1076"/>
          <ac:spMkLst>
            <pc:docMk/>
            <pc:sldMk cId="3853811330" sldId="287"/>
            <ac:spMk id="24" creationId="{31482F26-AFC6-8301-5FA1-04907903DCE8}"/>
          </ac:spMkLst>
        </pc:spChg>
        <pc:spChg chg="add mod">
          <ac:chgData name="Nicholas Nicolaou" userId="S::w2047568@westminster.ac.uk::77432c12-9cbc-45ca-a5e7-543f540393d1" providerId="AD" clId="Web-{396DD4F3-5770-6145-6278-4FB10A9DE7D8}" dt="2026-04-29T15:52:37.544" v="1045" actId="20577"/>
          <ac:spMkLst>
            <pc:docMk/>
            <pc:sldMk cId="3853811330" sldId="287"/>
            <ac:spMk id="25" creationId="{B9031A91-1131-2AF0-C571-0C4B913E15D4}"/>
          </ac:spMkLst>
        </pc:spChg>
        <pc:spChg chg="add mod">
          <ac:chgData name="Nicholas Nicolaou" userId="S::w2047568@westminster.ac.uk::77432c12-9cbc-45ca-a5e7-543f540393d1" providerId="AD" clId="Web-{396DD4F3-5770-6145-6278-4FB10A9DE7D8}" dt="2026-04-29T15:53:08.670" v="1063" actId="20577"/>
          <ac:spMkLst>
            <pc:docMk/>
            <pc:sldMk cId="3853811330" sldId="287"/>
            <ac:spMk id="26" creationId="{AA9EC4BE-FDB3-4DD1-137E-082405DD8445}"/>
          </ac:spMkLst>
        </pc:spChg>
        <pc:picChg chg="add del mod">
          <ac:chgData name="Nicholas Nicolaou" userId="S::w2047568@westminster.ac.uk::77432c12-9cbc-45ca-a5e7-543f540393d1" providerId="AD" clId="Web-{396DD4F3-5770-6145-6278-4FB10A9DE7D8}" dt="2026-04-29T15:49:14.770" v="977"/>
          <ac:picMkLst>
            <pc:docMk/>
            <pc:sldMk cId="3853811330" sldId="287"/>
            <ac:picMk id="7" creationId="{936AE558-D95E-73F8-66A8-586ED3F5B768}"/>
          </ac:picMkLst>
        </pc:picChg>
        <pc:picChg chg="add del mod">
          <ac:chgData name="Nicholas Nicolaou" userId="S::w2047568@westminster.ac.uk::77432c12-9cbc-45ca-a5e7-543f540393d1" providerId="AD" clId="Web-{396DD4F3-5770-6145-6278-4FB10A9DE7D8}" dt="2026-04-29T15:38:49.826" v="871"/>
          <ac:picMkLst>
            <pc:docMk/>
            <pc:sldMk cId="3853811330" sldId="287"/>
            <ac:picMk id="8" creationId="{2DD80992-427C-BDCB-9232-67DF11F7591D}"/>
          </ac:picMkLst>
        </pc:picChg>
        <pc:picChg chg="add mod">
          <ac:chgData name="Nicholas Nicolaou" userId="S::w2047568@westminster.ac.uk::77432c12-9cbc-45ca-a5e7-543f540393d1" providerId="AD" clId="Web-{396DD4F3-5770-6145-6278-4FB10A9DE7D8}" dt="2026-04-29T15:47:31.560" v="950" actId="1076"/>
          <ac:picMkLst>
            <pc:docMk/>
            <pc:sldMk cId="3853811330" sldId="287"/>
            <ac:picMk id="9" creationId="{126C80D1-B32F-0440-5127-64BDB3F5BE28}"/>
          </ac:picMkLst>
        </pc:picChg>
        <pc:picChg chg="add mod">
          <ac:chgData name="Nicholas Nicolaou" userId="S::w2047568@westminster.ac.uk::77432c12-9cbc-45ca-a5e7-543f540393d1" providerId="AD" clId="Web-{396DD4F3-5770-6145-6278-4FB10A9DE7D8}" dt="2026-04-29T15:45:10.906" v="930" actId="1076"/>
          <ac:picMkLst>
            <pc:docMk/>
            <pc:sldMk cId="3853811330" sldId="287"/>
            <ac:picMk id="14" creationId="{FD35023B-DBAE-D84D-6226-9F6709490760}"/>
          </ac:picMkLst>
        </pc:picChg>
        <pc:picChg chg="add del mod">
          <ac:chgData name="Nicholas Nicolaou" userId="S::w2047568@westminster.ac.uk::77432c12-9cbc-45ca-a5e7-543f540393d1" providerId="AD" clId="Web-{396DD4F3-5770-6145-6278-4FB10A9DE7D8}" dt="2026-04-29T15:41:13.517" v="898"/>
          <ac:picMkLst>
            <pc:docMk/>
            <pc:sldMk cId="3853811330" sldId="287"/>
            <ac:picMk id="15" creationId="{7F9B3694-17B2-23D8-8712-C64B6780C4FA}"/>
          </ac:picMkLst>
        </pc:picChg>
        <pc:picChg chg="mod">
          <ac:chgData name="Nicholas Nicolaou" userId="S::w2047568@westminster.ac.uk::77432c12-9cbc-45ca-a5e7-543f540393d1" providerId="AD" clId="Web-{396DD4F3-5770-6145-6278-4FB10A9DE7D8}" dt="2026-04-29T15:52:45.482" v="1046" actId="1076"/>
          <ac:picMkLst>
            <pc:docMk/>
            <pc:sldMk cId="3853811330" sldId="287"/>
            <ac:picMk id="16" creationId="{46256397-9A58-01C6-7238-15FB1C819331}"/>
          </ac:picMkLst>
        </pc:picChg>
        <pc:picChg chg="add mod">
          <ac:chgData name="Nicholas Nicolaou" userId="S::w2047568@westminster.ac.uk::77432c12-9cbc-45ca-a5e7-543f540393d1" providerId="AD" clId="Web-{396DD4F3-5770-6145-6278-4FB10A9DE7D8}" dt="2026-04-29T15:53:29.593" v="1072" actId="1076"/>
          <ac:picMkLst>
            <pc:docMk/>
            <pc:sldMk cId="3853811330" sldId="287"/>
            <ac:picMk id="17" creationId="{15F55646-5ED3-6A0C-81FB-75B77A268289}"/>
          </ac:picMkLst>
        </pc:picChg>
        <pc:picChg chg="add del mod">
          <ac:chgData name="Nicholas Nicolaou" userId="S::w2047568@westminster.ac.uk::77432c12-9cbc-45ca-a5e7-543f540393d1" providerId="AD" clId="Web-{396DD4F3-5770-6145-6278-4FB10A9DE7D8}" dt="2026-04-29T15:49:02.879" v="975"/>
          <ac:picMkLst>
            <pc:docMk/>
            <pc:sldMk cId="3853811330" sldId="287"/>
            <ac:picMk id="23" creationId="{01F23572-FD8B-B695-A90B-5037C4E19204}"/>
          </ac:picMkLst>
        </pc:picChg>
      </pc:sldChg>
      <pc:sldChg chg="addSp delSp modSp ord">
        <pc:chgData name="Nicholas Nicolaou" userId="S::w2047568@westminster.ac.uk::77432c12-9cbc-45ca-a5e7-543f540393d1" providerId="AD" clId="Web-{396DD4F3-5770-6145-6278-4FB10A9DE7D8}" dt="2026-04-29T15:56:20.222" v="1115" actId="20577"/>
        <pc:sldMkLst>
          <pc:docMk/>
          <pc:sldMk cId="2605067183" sldId="293"/>
        </pc:sldMkLst>
        <pc:spChg chg="add mod">
          <ac:chgData name="Nicholas Nicolaou" userId="S::w2047568@westminster.ac.uk::77432c12-9cbc-45ca-a5e7-543f540393d1" providerId="AD" clId="Web-{396DD4F3-5770-6145-6278-4FB10A9DE7D8}" dt="2026-04-29T15:54:52.986" v="1114" actId="20577"/>
          <ac:spMkLst>
            <pc:docMk/>
            <pc:sldMk cId="2605067183" sldId="293"/>
            <ac:spMk id="3" creationId="{116FEEC0-763E-CC64-0270-C4A6882D8B9D}"/>
          </ac:spMkLst>
        </pc:spChg>
        <pc:spChg chg="del">
          <ac:chgData name="Nicholas Nicolaou" userId="S::w2047568@westminster.ac.uk::77432c12-9cbc-45ca-a5e7-543f540393d1" providerId="AD" clId="Web-{396DD4F3-5770-6145-6278-4FB10A9DE7D8}" dt="2026-04-29T15:23:52.513" v="756"/>
          <ac:spMkLst>
            <pc:docMk/>
            <pc:sldMk cId="2605067183" sldId="293"/>
            <ac:spMk id="3" creationId="{30F2B2FA-C6FF-04FC-DDD9-64C2D7ED6D11}"/>
          </ac:spMkLst>
        </pc:spChg>
        <pc:spChg chg="add mod">
          <ac:chgData name="Nicholas Nicolaou" userId="S::w2047568@westminster.ac.uk::77432c12-9cbc-45ca-a5e7-543f540393d1" providerId="AD" clId="Web-{396DD4F3-5770-6145-6278-4FB10A9DE7D8}" dt="2026-04-29T15:56:20.222" v="1115" actId="20577"/>
          <ac:spMkLst>
            <pc:docMk/>
            <pc:sldMk cId="2605067183" sldId="293"/>
            <ac:spMk id="5" creationId="{5C8404E1-4E48-FE06-9AC9-D22A13ED3D04}"/>
          </ac:spMkLst>
        </pc:spChg>
        <pc:picChg chg="add mod">
          <ac:chgData name="Nicholas Nicolaou" userId="S::w2047568@westminster.ac.uk::77432c12-9cbc-45ca-a5e7-543f540393d1" providerId="AD" clId="Web-{396DD4F3-5770-6145-6278-4FB10A9DE7D8}" dt="2026-04-29T15:26:04.167" v="763" actId="1076"/>
          <ac:picMkLst>
            <pc:docMk/>
            <pc:sldMk cId="2605067183" sldId="293"/>
            <ac:picMk id="4" creationId="{28711029-0008-BB38-22ED-89B856324A62}"/>
          </ac:picMkLst>
        </pc:picChg>
      </pc:sldChg>
      <pc:sldChg chg="addSp delSp modSp new">
        <pc:chgData name="Nicholas Nicolaou" userId="S::w2047568@westminster.ac.uk::77432c12-9cbc-45ca-a5e7-543f540393d1" providerId="AD" clId="Web-{396DD4F3-5770-6145-6278-4FB10A9DE7D8}" dt="2026-04-29T15:54:49.361" v="1112" actId="20577"/>
        <pc:sldMkLst>
          <pc:docMk/>
          <pc:sldMk cId="176380848" sldId="294"/>
        </pc:sldMkLst>
        <pc:spChg chg="del">
          <ac:chgData name="Nicholas Nicolaou" userId="S::w2047568@westminster.ac.uk::77432c12-9cbc-45ca-a5e7-543f540393d1" providerId="AD" clId="Web-{396DD4F3-5770-6145-6278-4FB10A9DE7D8}" dt="2026-04-29T15:49:19.895" v="979"/>
          <ac:spMkLst>
            <pc:docMk/>
            <pc:sldMk cId="176380848" sldId="294"/>
            <ac:spMk id="2" creationId="{CC32BCBD-AD62-0CD7-3ED7-77E4D8EFF8AA}"/>
          </ac:spMkLst>
        </pc:spChg>
        <pc:spChg chg="del">
          <ac:chgData name="Nicholas Nicolaou" userId="S::w2047568@westminster.ac.uk::77432c12-9cbc-45ca-a5e7-543f540393d1" providerId="AD" clId="Web-{396DD4F3-5770-6145-6278-4FB10A9DE7D8}" dt="2026-04-29T15:49:22.177" v="980"/>
          <ac:spMkLst>
            <pc:docMk/>
            <pc:sldMk cId="176380848" sldId="294"/>
            <ac:spMk id="3" creationId="{55326F60-834D-091A-5665-37202FDBAEB7}"/>
          </ac:spMkLst>
        </pc:spChg>
        <pc:spChg chg="add mod">
          <ac:chgData name="Nicholas Nicolaou" userId="S::w2047568@westminster.ac.uk::77432c12-9cbc-45ca-a5e7-543f540393d1" providerId="AD" clId="Web-{396DD4F3-5770-6145-6278-4FB10A9DE7D8}" dt="2026-04-29T15:50:10.710" v="998" actId="14100"/>
          <ac:spMkLst>
            <pc:docMk/>
            <pc:sldMk cId="176380848" sldId="294"/>
            <ac:spMk id="6" creationId="{2373B342-99C9-EC99-C1E4-AA66587BE23A}"/>
          </ac:spMkLst>
        </pc:spChg>
        <pc:spChg chg="mod">
          <ac:chgData name="Nicholas Nicolaou" userId="S::w2047568@westminster.ac.uk::77432c12-9cbc-45ca-a5e7-543f540393d1" providerId="AD" clId="Web-{396DD4F3-5770-6145-6278-4FB10A9DE7D8}" dt="2026-04-29T15:53:42.484" v="1080" actId="1076"/>
          <ac:spMkLst>
            <pc:docMk/>
            <pc:sldMk cId="176380848" sldId="294"/>
            <ac:spMk id="7" creationId="{5DD6E542-86E3-AB01-01CC-5CA66819CC88}"/>
          </ac:spMkLst>
        </pc:spChg>
        <pc:spChg chg="add del mod">
          <ac:chgData name="Nicholas Nicolaou" userId="S::w2047568@westminster.ac.uk::77432c12-9cbc-45ca-a5e7-543f540393d1" providerId="AD" clId="Web-{396DD4F3-5770-6145-6278-4FB10A9DE7D8}" dt="2026-04-29T15:53:48.593" v="1081"/>
          <ac:spMkLst>
            <pc:docMk/>
            <pc:sldMk cId="176380848" sldId="294"/>
            <ac:spMk id="8" creationId="{A29B2382-DA48-8AF8-D973-679D58289C06}"/>
          </ac:spMkLst>
        </pc:spChg>
        <pc:spChg chg="add del">
          <ac:chgData name="Nicholas Nicolaou" userId="S::w2047568@westminster.ac.uk::77432c12-9cbc-45ca-a5e7-543f540393d1" providerId="AD" clId="Web-{396DD4F3-5770-6145-6278-4FB10A9DE7D8}" dt="2026-04-29T15:51:36.386" v="1008"/>
          <ac:spMkLst>
            <pc:docMk/>
            <pc:sldMk cId="176380848" sldId="294"/>
            <ac:spMk id="9" creationId="{2BAECA1D-E412-7996-9D0D-152FEFE9158A}"/>
          </ac:spMkLst>
        </pc:spChg>
        <pc:spChg chg="add mod">
          <ac:chgData name="Nicholas Nicolaou" userId="S::w2047568@westminster.ac.uk::77432c12-9cbc-45ca-a5e7-543f540393d1" providerId="AD" clId="Web-{396DD4F3-5770-6145-6278-4FB10A9DE7D8}" dt="2026-04-29T15:54:49.361" v="1112" actId="20577"/>
          <ac:spMkLst>
            <pc:docMk/>
            <pc:sldMk cId="176380848" sldId="294"/>
            <ac:spMk id="11" creationId="{DAA5CB9D-36A2-BD07-7251-BF66ACD9CE42}"/>
          </ac:spMkLst>
        </pc:spChg>
        <pc:picChg chg="add mod">
          <ac:chgData name="Nicholas Nicolaou" userId="S::w2047568@westminster.ac.uk::77432c12-9cbc-45ca-a5e7-543f540393d1" providerId="AD" clId="Web-{396DD4F3-5770-6145-6278-4FB10A9DE7D8}" dt="2026-04-29T15:50:47.400" v="1004" actId="1076"/>
          <ac:picMkLst>
            <pc:docMk/>
            <pc:sldMk cId="176380848" sldId="294"/>
            <ac:picMk id="4" creationId="{437CF637-69CB-B177-D3D4-F4CFF984C6BD}"/>
          </ac:picMkLst>
        </pc:picChg>
      </pc:sldChg>
    </pc:docChg>
  </pc:docChgLst>
  <pc:docChgLst>
    <pc:chgData name="Caleb Suleaudu" userId="S::w1910808@westminster.ac.uk::315bdf5d-59ce-41e1-b983-9db36d0dfa52" providerId="AD" clId="Web-{90AEC783-BD74-62B6-A3D6-3EAEB46B3DB3}"/>
    <pc:docChg chg="addSld delSld modSld sldOrd">
      <pc:chgData name="Caleb Suleaudu" userId="S::w1910808@westminster.ac.uk::315bdf5d-59ce-41e1-b983-9db36d0dfa52" providerId="AD" clId="Web-{90AEC783-BD74-62B6-A3D6-3EAEB46B3DB3}" dt="2026-04-28T20:41:47.839" v="2761" actId="20577"/>
      <pc:docMkLst>
        <pc:docMk/>
      </pc:docMkLst>
      <pc:sldChg chg="modSp new">
        <pc:chgData name="Caleb Suleaudu" userId="S::w1910808@westminster.ac.uk::315bdf5d-59ce-41e1-b983-9db36d0dfa52" providerId="AD" clId="Web-{90AEC783-BD74-62B6-A3D6-3EAEB46B3DB3}" dt="2026-04-28T17:03:28.581" v="179" actId="20577"/>
        <pc:sldMkLst>
          <pc:docMk/>
          <pc:sldMk cId="3432120968" sldId="260"/>
        </pc:sldMkLst>
        <pc:spChg chg="mod">
          <ac:chgData name="Caleb Suleaudu" userId="S::w1910808@westminster.ac.uk::315bdf5d-59ce-41e1-b983-9db36d0dfa52" providerId="AD" clId="Web-{90AEC783-BD74-62B6-A3D6-3EAEB46B3DB3}" dt="2026-04-28T17:03:28.581" v="179" actId="20577"/>
          <ac:spMkLst>
            <pc:docMk/>
            <pc:sldMk cId="3432120968" sldId="260"/>
            <ac:spMk id="2" creationId="{97ACFC65-9539-AD88-14B9-5DB1D103567D}"/>
          </ac:spMkLst>
        </pc:spChg>
      </pc:sldChg>
      <pc:sldChg chg="modSp new ord">
        <pc:chgData name="Caleb Suleaudu" userId="S::w1910808@westminster.ac.uk::315bdf5d-59ce-41e1-b983-9db36d0dfa52" providerId="AD" clId="Web-{90AEC783-BD74-62B6-A3D6-3EAEB46B3DB3}" dt="2026-04-28T17:56:19.810" v="709"/>
        <pc:sldMkLst>
          <pc:docMk/>
          <pc:sldMk cId="434941998" sldId="261"/>
        </pc:sldMkLst>
        <pc:spChg chg="mod">
          <ac:chgData name="Caleb Suleaudu" userId="S::w1910808@westminster.ac.uk::315bdf5d-59ce-41e1-b983-9db36d0dfa52" providerId="AD" clId="Web-{90AEC783-BD74-62B6-A3D6-3EAEB46B3DB3}" dt="2026-04-28T17:55:28.168" v="692" actId="20577"/>
          <ac:spMkLst>
            <pc:docMk/>
            <pc:sldMk cId="434941998" sldId="261"/>
            <ac:spMk id="2" creationId="{5ACBBB61-C5B4-B839-BE2D-1AA8197E94B4}"/>
          </ac:spMkLst>
        </pc:spChg>
      </pc:sldChg>
      <pc:sldChg chg="modSp new">
        <pc:chgData name="Caleb Suleaudu" userId="S::w1910808@westminster.ac.uk::315bdf5d-59ce-41e1-b983-9db36d0dfa52" providerId="AD" clId="Web-{90AEC783-BD74-62B6-A3D6-3EAEB46B3DB3}" dt="2026-04-28T17:56:08.216" v="708" actId="20577"/>
        <pc:sldMkLst>
          <pc:docMk/>
          <pc:sldMk cId="3417964236" sldId="263"/>
        </pc:sldMkLst>
        <pc:spChg chg="mod">
          <ac:chgData name="Caleb Suleaudu" userId="S::w1910808@westminster.ac.uk::315bdf5d-59ce-41e1-b983-9db36d0dfa52" providerId="AD" clId="Web-{90AEC783-BD74-62B6-A3D6-3EAEB46B3DB3}" dt="2026-04-28T17:56:06.028" v="707" actId="20577"/>
          <ac:spMkLst>
            <pc:docMk/>
            <pc:sldMk cId="3417964236" sldId="263"/>
            <ac:spMk id="2" creationId="{2346D6A7-5A17-80AD-0628-675BC58E2BBB}"/>
          </ac:spMkLst>
        </pc:spChg>
        <pc:spChg chg="mod">
          <ac:chgData name="Caleb Suleaudu" userId="S::w1910808@westminster.ac.uk::315bdf5d-59ce-41e1-b983-9db36d0dfa52" providerId="AD" clId="Web-{90AEC783-BD74-62B6-A3D6-3EAEB46B3DB3}" dt="2026-04-28T17:56:08.216" v="708" actId="20577"/>
          <ac:spMkLst>
            <pc:docMk/>
            <pc:sldMk cId="3417964236" sldId="263"/>
            <ac:spMk id="3" creationId="{FCFA2888-242F-BEF7-C94D-D91AD552E044}"/>
          </ac:spMkLst>
        </pc:spChg>
      </pc:sldChg>
    </pc:docChg>
  </pc:docChgLst>
  <pc:docChgLst>
    <pc:chgData name="Suber Abdi Abdi" userId="S::w2069210@westminster.ac.uk::7ecedc1a-853a-48ec-981b-e1680413beb5" providerId="AD" clId="Web-{63A2A324-54F5-2F72-16EB-B47D00B63C75}"/>
    <pc:docChg chg="modSld">
      <pc:chgData name="Suber Abdi Abdi" userId="S::w2069210@westminster.ac.uk::7ecedc1a-853a-48ec-981b-e1680413beb5" providerId="AD" clId="Web-{63A2A324-54F5-2F72-16EB-B47D00B63C75}" dt="2026-04-29T14:34:45.541" v="3" actId="20577"/>
      <pc:docMkLst>
        <pc:docMk/>
      </pc:docMkLst>
      <pc:sldChg chg="modSp">
        <pc:chgData name="Suber Abdi Abdi" userId="S::w2069210@westminster.ac.uk::7ecedc1a-853a-48ec-981b-e1680413beb5" providerId="AD" clId="Web-{63A2A324-54F5-2F72-16EB-B47D00B63C75}" dt="2026-04-29T14:34:45.541" v="3" actId="20577"/>
        <pc:sldMkLst>
          <pc:docMk/>
          <pc:sldMk cId="2079291237" sldId="286"/>
        </pc:sldMkLst>
        <pc:spChg chg="mod">
          <ac:chgData name="Suber Abdi Abdi" userId="S::w2069210@westminster.ac.uk::7ecedc1a-853a-48ec-981b-e1680413beb5" providerId="AD" clId="Web-{63A2A324-54F5-2F72-16EB-B47D00B63C75}" dt="2026-04-29T14:34:45.541" v="3" actId="20577"/>
          <ac:spMkLst>
            <pc:docMk/>
            <pc:sldMk cId="2079291237" sldId="286"/>
            <ac:spMk id="4" creationId="{2C81AE9D-969F-B3D7-AA54-BBC3780EEBC6}"/>
          </ac:spMkLst>
        </pc:spChg>
      </pc:sldChg>
    </pc:docChg>
  </pc:docChgLst>
  <pc:docChgLst>
    <pc:chgData name="Suber Abdi Abdi" userId="S::w2069210@westminster.ac.uk::7ecedc1a-853a-48ec-981b-e1680413beb5" providerId="AD" clId="Web-{BC664565-ABB1-C1CC-56A9-3306327EA87A}"/>
    <pc:docChg chg="addSld delSld modSld">
      <pc:chgData name="Suber Abdi Abdi" userId="S::w2069210@westminster.ac.uk::7ecedc1a-853a-48ec-981b-e1680413beb5" providerId="AD" clId="Web-{BC664565-ABB1-C1CC-56A9-3306327EA87A}" dt="2026-04-29T14:32:55.969" v="438" actId="20577"/>
      <pc:docMkLst>
        <pc:docMk/>
      </pc:docMkLst>
      <pc:sldChg chg="modSp">
        <pc:chgData name="Suber Abdi Abdi" userId="S::w2069210@westminster.ac.uk::7ecedc1a-853a-48ec-981b-e1680413beb5" providerId="AD" clId="Web-{BC664565-ABB1-C1CC-56A9-3306327EA87A}" dt="2026-04-29T14:09:37.255" v="363" actId="20577"/>
        <pc:sldMkLst>
          <pc:docMk/>
          <pc:sldMk cId="1863431586" sldId="276"/>
        </pc:sldMkLst>
        <pc:spChg chg="mod">
          <ac:chgData name="Suber Abdi Abdi" userId="S::w2069210@westminster.ac.uk::7ecedc1a-853a-48ec-981b-e1680413beb5" providerId="AD" clId="Web-{BC664565-ABB1-C1CC-56A9-3306327EA87A}" dt="2026-04-29T14:09:37.255" v="363" actId="20577"/>
          <ac:spMkLst>
            <pc:docMk/>
            <pc:sldMk cId="1863431586" sldId="276"/>
            <ac:spMk id="2" creationId="{97E300D3-6A9E-C3B9-01FA-9EA7750FA403}"/>
          </ac:spMkLst>
        </pc:spChg>
      </pc:sldChg>
      <pc:sldChg chg="del">
        <pc:chgData name="Suber Abdi Abdi" userId="S::w2069210@westminster.ac.uk::7ecedc1a-853a-48ec-981b-e1680413beb5" providerId="AD" clId="Web-{BC664565-ABB1-C1CC-56A9-3306327EA87A}" dt="2026-04-29T14:09:10.239" v="355"/>
        <pc:sldMkLst>
          <pc:docMk/>
          <pc:sldMk cId="564771945" sldId="277"/>
        </pc:sldMkLst>
      </pc:sldChg>
      <pc:sldChg chg="modSp">
        <pc:chgData name="Suber Abdi Abdi" userId="S::w2069210@westminster.ac.uk::7ecedc1a-853a-48ec-981b-e1680413beb5" providerId="AD" clId="Web-{BC664565-ABB1-C1CC-56A9-3306327EA87A}" dt="2026-04-29T14:09:46.333" v="364" actId="20577"/>
        <pc:sldMkLst>
          <pc:docMk/>
          <pc:sldMk cId="4222985739" sldId="278"/>
        </pc:sldMkLst>
        <pc:spChg chg="mod">
          <ac:chgData name="Suber Abdi Abdi" userId="S::w2069210@westminster.ac.uk::7ecedc1a-853a-48ec-981b-e1680413beb5" providerId="AD" clId="Web-{BC664565-ABB1-C1CC-56A9-3306327EA87A}" dt="2026-04-29T14:09:46.333" v="364" actId="20577"/>
          <ac:spMkLst>
            <pc:docMk/>
            <pc:sldMk cId="4222985739" sldId="278"/>
            <ac:spMk id="4" creationId="{3BF2D8A5-25E8-6B61-898A-F6B22717355A}"/>
          </ac:spMkLst>
        </pc:spChg>
      </pc:sldChg>
      <pc:sldChg chg="modSp">
        <pc:chgData name="Suber Abdi Abdi" userId="S::w2069210@westminster.ac.uk::7ecedc1a-853a-48ec-981b-e1680413beb5" providerId="AD" clId="Web-{BC664565-ABB1-C1CC-56A9-3306327EA87A}" dt="2026-04-29T14:24:01.943" v="374" actId="20577"/>
        <pc:sldMkLst>
          <pc:docMk/>
          <pc:sldMk cId="1410729803" sldId="280"/>
        </pc:sldMkLst>
        <pc:spChg chg="mod">
          <ac:chgData name="Suber Abdi Abdi" userId="S::w2069210@westminster.ac.uk::7ecedc1a-853a-48ec-981b-e1680413beb5" providerId="AD" clId="Web-{BC664565-ABB1-C1CC-56A9-3306327EA87A}" dt="2026-04-29T14:24:01.943" v="374" actId="20577"/>
          <ac:spMkLst>
            <pc:docMk/>
            <pc:sldMk cId="1410729803" sldId="280"/>
            <ac:spMk id="2" creationId="{CDF65C1F-E5A9-7608-5BAD-434A06EC1EEF}"/>
          </ac:spMkLst>
        </pc:spChg>
      </pc:sldChg>
      <pc:sldChg chg="modSp">
        <pc:chgData name="Suber Abdi Abdi" userId="S::w2069210@westminster.ac.uk::7ecedc1a-853a-48ec-981b-e1680413beb5" providerId="AD" clId="Web-{BC664565-ABB1-C1CC-56A9-3306327EA87A}" dt="2026-04-29T14:09:23.739" v="357" actId="14100"/>
        <pc:sldMkLst>
          <pc:docMk/>
          <pc:sldMk cId="437345967" sldId="281"/>
        </pc:sldMkLst>
        <pc:spChg chg="mod">
          <ac:chgData name="Suber Abdi Abdi" userId="S::w2069210@westminster.ac.uk::7ecedc1a-853a-48ec-981b-e1680413beb5" providerId="AD" clId="Web-{BC664565-ABB1-C1CC-56A9-3306327EA87A}" dt="2026-04-29T14:09:23.739" v="357" actId="14100"/>
          <ac:spMkLst>
            <pc:docMk/>
            <pc:sldMk cId="437345967" sldId="281"/>
            <ac:spMk id="2" creationId="{66DBC280-C7F1-412A-7B0A-FE4FB6DB5D4B}"/>
          </ac:spMkLst>
        </pc:spChg>
      </pc:sldChg>
      <pc:sldChg chg="del">
        <pc:chgData name="Suber Abdi Abdi" userId="S::w2069210@westminster.ac.uk::7ecedc1a-853a-48ec-981b-e1680413beb5" providerId="AD" clId="Web-{BC664565-ABB1-C1CC-56A9-3306327EA87A}" dt="2026-04-29T14:09:06.192" v="354"/>
        <pc:sldMkLst>
          <pc:docMk/>
          <pc:sldMk cId="2460295941" sldId="282"/>
        </pc:sldMkLst>
      </pc:sldChg>
      <pc:sldChg chg="del">
        <pc:chgData name="Suber Abdi Abdi" userId="S::w2069210@westminster.ac.uk::7ecedc1a-853a-48ec-981b-e1680413beb5" providerId="AD" clId="Web-{BC664565-ABB1-C1CC-56A9-3306327EA87A}" dt="2026-04-29T14:09:04.551" v="353"/>
        <pc:sldMkLst>
          <pc:docMk/>
          <pc:sldMk cId="3847865678" sldId="283"/>
        </pc:sldMkLst>
      </pc:sldChg>
      <pc:sldChg chg="modSp add replId">
        <pc:chgData name="Suber Abdi Abdi" userId="S::w2069210@westminster.ac.uk::7ecedc1a-853a-48ec-981b-e1680413beb5" providerId="AD" clId="Web-{BC664565-ABB1-C1CC-56A9-3306327EA87A}" dt="2026-04-29T14:08:58.242" v="352" actId="14100"/>
        <pc:sldMkLst>
          <pc:docMk/>
          <pc:sldMk cId="1268509070" sldId="284"/>
        </pc:sldMkLst>
        <pc:spChg chg="mod">
          <ac:chgData name="Suber Abdi Abdi" userId="S::w2069210@westminster.ac.uk::7ecedc1a-853a-48ec-981b-e1680413beb5" providerId="AD" clId="Web-{BC664565-ABB1-C1CC-56A9-3306327EA87A}" dt="2026-04-29T14:08:58.242" v="352" actId="14100"/>
          <ac:spMkLst>
            <pc:docMk/>
            <pc:sldMk cId="1268509070" sldId="284"/>
            <ac:spMk id="2" creationId="{5455D8A7-B519-C663-3733-024C8E9AE315}"/>
          </ac:spMkLst>
        </pc:spChg>
        <pc:spChg chg="mod">
          <ac:chgData name="Suber Abdi Abdi" userId="S::w2069210@westminster.ac.uk::7ecedc1a-853a-48ec-981b-e1680413beb5" providerId="AD" clId="Web-{BC664565-ABB1-C1CC-56A9-3306327EA87A}" dt="2026-04-29T14:08:50.348" v="350" actId="1076"/>
          <ac:spMkLst>
            <pc:docMk/>
            <pc:sldMk cId="1268509070" sldId="284"/>
            <ac:spMk id="4" creationId="{7617A691-469E-02FC-1166-DD4F426FE108}"/>
          </ac:spMkLst>
        </pc:spChg>
      </pc:sldChg>
      <pc:sldChg chg="modSp add replId">
        <pc:chgData name="Suber Abdi Abdi" userId="S::w2069210@westminster.ac.uk::7ecedc1a-853a-48ec-981b-e1680413beb5" providerId="AD" clId="Web-{BC664565-ABB1-C1CC-56A9-3306327EA87A}" dt="2026-04-29T14:32:55.969" v="438" actId="20577"/>
        <pc:sldMkLst>
          <pc:docMk/>
          <pc:sldMk cId="2079291237" sldId="286"/>
        </pc:sldMkLst>
        <pc:spChg chg="mod">
          <ac:chgData name="Suber Abdi Abdi" userId="S::w2069210@westminster.ac.uk::7ecedc1a-853a-48ec-981b-e1680413beb5" providerId="AD" clId="Web-{BC664565-ABB1-C1CC-56A9-3306327EA87A}" dt="2026-04-29T14:24:24.491" v="395" actId="20577"/>
          <ac:spMkLst>
            <pc:docMk/>
            <pc:sldMk cId="2079291237" sldId="286"/>
            <ac:spMk id="2" creationId="{B2550B2A-1ABA-B42B-3D8A-ECE0960195EB}"/>
          </ac:spMkLst>
        </pc:spChg>
        <pc:spChg chg="mod">
          <ac:chgData name="Suber Abdi Abdi" userId="S::w2069210@westminster.ac.uk::7ecedc1a-853a-48ec-981b-e1680413beb5" providerId="AD" clId="Web-{BC664565-ABB1-C1CC-56A9-3306327EA87A}" dt="2026-04-29T14:32:55.969" v="438" actId="20577"/>
          <ac:spMkLst>
            <pc:docMk/>
            <pc:sldMk cId="2079291237" sldId="286"/>
            <ac:spMk id="4" creationId="{2C81AE9D-969F-B3D7-AA54-BBC3780EEBC6}"/>
          </ac:spMkLst>
        </pc:spChg>
      </pc:sldChg>
    </pc:docChg>
  </pc:docChgLst>
  <pc:docChgLst>
    <pc:chgData name="Suber Abdi Abdi" userId="S::w2069210@westminster.ac.uk::7ecedc1a-853a-48ec-981b-e1680413beb5" providerId="AD" clId="Web-{39F6DF01-4FAB-34A7-63C8-17E8C80FBCAE}"/>
    <pc:docChg chg="addSld delSld modSld sldOrd">
      <pc:chgData name="Suber Abdi Abdi" userId="S::w2069210@westminster.ac.uk::7ecedc1a-853a-48ec-981b-e1680413beb5" providerId="AD" clId="Web-{39F6DF01-4FAB-34A7-63C8-17E8C80FBCAE}" dt="2026-04-29T15:53:29.504" v="660" actId="20577"/>
      <pc:docMkLst>
        <pc:docMk/>
      </pc:docMkLst>
      <pc:sldChg chg="modSp del">
        <pc:chgData name="Suber Abdi Abdi" userId="S::w2069210@westminster.ac.uk::7ecedc1a-853a-48ec-981b-e1680413beb5" providerId="AD" clId="Web-{39F6DF01-4FAB-34A7-63C8-17E8C80FBCAE}" dt="2026-04-29T15:19:31.930" v="114"/>
        <pc:sldMkLst>
          <pc:docMk/>
          <pc:sldMk cId="3905788231" sldId="259"/>
        </pc:sldMkLst>
        <pc:spChg chg="mod">
          <ac:chgData name="Suber Abdi Abdi" userId="S::w2069210@westminster.ac.uk::7ecedc1a-853a-48ec-981b-e1680413beb5" providerId="AD" clId="Web-{39F6DF01-4FAB-34A7-63C8-17E8C80FBCAE}" dt="2026-04-29T15:13:08.017" v="9" actId="20577"/>
          <ac:spMkLst>
            <pc:docMk/>
            <pc:sldMk cId="3905788231" sldId="259"/>
            <ac:spMk id="3" creationId="{C5F28945-A47B-1BEE-290A-051232822D27}"/>
          </ac:spMkLst>
        </pc:spChg>
      </pc:sldChg>
      <pc:sldChg chg="modSp">
        <pc:chgData name="Suber Abdi Abdi" userId="S::w2069210@westminster.ac.uk::7ecedc1a-853a-48ec-981b-e1680413beb5" providerId="AD" clId="Web-{39F6DF01-4FAB-34A7-63C8-17E8C80FBCAE}" dt="2026-04-29T15:49:15.463" v="577" actId="20577"/>
        <pc:sldMkLst>
          <pc:docMk/>
          <pc:sldMk cId="3432120968" sldId="260"/>
        </pc:sldMkLst>
        <pc:spChg chg="mod">
          <ac:chgData name="Suber Abdi Abdi" userId="S::w2069210@westminster.ac.uk::7ecedc1a-853a-48ec-981b-e1680413beb5" providerId="AD" clId="Web-{39F6DF01-4FAB-34A7-63C8-17E8C80FBCAE}" dt="2026-04-29T15:49:15.463" v="577" actId="20577"/>
          <ac:spMkLst>
            <pc:docMk/>
            <pc:sldMk cId="3432120968" sldId="260"/>
            <ac:spMk id="4" creationId="{A8750FA8-2C51-E5FD-7AAA-999495401D2E}"/>
          </ac:spMkLst>
        </pc:spChg>
      </pc:sldChg>
      <pc:sldChg chg="modSp">
        <pc:chgData name="Suber Abdi Abdi" userId="S::w2069210@westminster.ac.uk::7ecedc1a-853a-48ec-981b-e1680413beb5" providerId="AD" clId="Web-{39F6DF01-4FAB-34A7-63C8-17E8C80FBCAE}" dt="2026-04-29T15:30:53.405" v="306" actId="20577"/>
        <pc:sldMkLst>
          <pc:docMk/>
          <pc:sldMk cId="434941998" sldId="261"/>
        </pc:sldMkLst>
        <pc:spChg chg="mod">
          <ac:chgData name="Suber Abdi Abdi" userId="S::w2069210@westminster.ac.uk::7ecedc1a-853a-48ec-981b-e1680413beb5" providerId="AD" clId="Web-{39F6DF01-4FAB-34A7-63C8-17E8C80FBCAE}" dt="2026-04-29T15:30:38.325" v="304" actId="20577"/>
          <ac:spMkLst>
            <pc:docMk/>
            <pc:sldMk cId="434941998" sldId="261"/>
            <ac:spMk id="2" creationId="{5ACBBB61-C5B4-B839-BE2D-1AA8197E94B4}"/>
          </ac:spMkLst>
        </pc:spChg>
        <pc:spChg chg="mod">
          <ac:chgData name="Suber Abdi Abdi" userId="S::w2069210@westminster.ac.uk::7ecedc1a-853a-48ec-981b-e1680413beb5" providerId="AD" clId="Web-{39F6DF01-4FAB-34A7-63C8-17E8C80FBCAE}" dt="2026-04-29T15:30:53.405" v="306" actId="20577"/>
          <ac:spMkLst>
            <pc:docMk/>
            <pc:sldMk cId="434941998" sldId="261"/>
            <ac:spMk id="6" creationId="{9D4E7F94-81FA-6FD6-25C7-38D2E31616A8}"/>
          </ac:spMkLst>
        </pc:spChg>
        <pc:spChg chg="mod">
          <ac:chgData name="Suber Abdi Abdi" userId="S::w2069210@westminster.ac.uk::7ecedc1a-853a-48ec-981b-e1680413beb5" providerId="AD" clId="Web-{39F6DF01-4FAB-34A7-63C8-17E8C80FBCAE}" dt="2026-04-29T15:30:45.232" v="305" actId="14100"/>
          <ac:spMkLst>
            <pc:docMk/>
            <pc:sldMk cId="434941998" sldId="261"/>
            <ac:spMk id="9" creationId="{C4DF341C-0808-8EAF-E214-6BEEB34D9A60}"/>
          </ac:spMkLst>
        </pc:spChg>
      </pc:sldChg>
      <pc:sldChg chg="del">
        <pc:chgData name="Suber Abdi Abdi" userId="S::w2069210@westminster.ac.uk::7ecedc1a-853a-48ec-981b-e1680413beb5" providerId="AD" clId="Web-{39F6DF01-4FAB-34A7-63C8-17E8C80FBCAE}" dt="2026-04-29T15:19:50.978" v="115"/>
        <pc:sldMkLst>
          <pc:docMk/>
          <pc:sldMk cId="2913248365" sldId="262"/>
        </pc:sldMkLst>
      </pc:sldChg>
      <pc:sldChg chg="modSp">
        <pc:chgData name="Suber Abdi Abdi" userId="S::w2069210@westminster.ac.uk::7ecedc1a-853a-48ec-981b-e1680413beb5" providerId="AD" clId="Web-{39F6DF01-4FAB-34A7-63C8-17E8C80FBCAE}" dt="2026-04-29T15:48:42.336" v="572"/>
        <pc:sldMkLst>
          <pc:docMk/>
          <pc:sldMk cId="3417964236" sldId="263"/>
        </pc:sldMkLst>
        <pc:spChg chg="mod">
          <ac:chgData name="Suber Abdi Abdi" userId="S::w2069210@westminster.ac.uk::7ecedc1a-853a-48ec-981b-e1680413beb5" providerId="AD" clId="Web-{39F6DF01-4FAB-34A7-63C8-17E8C80FBCAE}" dt="2026-04-29T15:31:43.113" v="325" actId="20577"/>
          <ac:spMkLst>
            <pc:docMk/>
            <pc:sldMk cId="3417964236" sldId="263"/>
            <ac:spMk id="2" creationId="{2346D6A7-5A17-80AD-0628-675BC58E2BBB}"/>
          </ac:spMkLst>
        </pc:spChg>
        <pc:spChg chg="mod">
          <ac:chgData name="Suber Abdi Abdi" userId="S::w2069210@westminster.ac.uk::7ecedc1a-853a-48ec-981b-e1680413beb5" providerId="AD" clId="Web-{39F6DF01-4FAB-34A7-63C8-17E8C80FBCAE}" dt="2026-04-29T15:48:42.336" v="572"/>
          <ac:spMkLst>
            <pc:docMk/>
            <pc:sldMk cId="3417964236" sldId="263"/>
            <ac:spMk id="3" creationId="{FCFA2888-242F-BEF7-C94D-D91AD552E044}"/>
          </ac:spMkLst>
        </pc:spChg>
      </pc:sldChg>
      <pc:sldChg chg="addSp delSp modSp">
        <pc:chgData name="Suber Abdi Abdi" userId="S::w2069210@westminster.ac.uk::7ecedc1a-853a-48ec-981b-e1680413beb5" providerId="AD" clId="Web-{39F6DF01-4FAB-34A7-63C8-17E8C80FBCAE}" dt="2026-04-29T15:53:29.504" v="660" actId="20577"/>
        <pc:sldMkLst>
          <pc:docMk/>
          <pc:sldMk cId="3042518765" sldId="266"/>
        </pc:sldMkLst>
        <pc:spChg chg="add del mod">
          <ac:chgData name="Suber Abdi Abdi" userId="S::w2069210@westminster.ac.uk::7ecedc1a-853a-48ec-981b-e1680413beb5" providerId="AD" clId="Web-{39F6DF01-4FAB-34A7-63C8-17E8C80FBCAE}" dt="2026-04-29T15:51:37.876" v="586"/>
          <ac:spMkLst>
            <pc:docMk/>
            <pc:sldMk cId="3042518765" sldId="266"/>
            <ac:spMk id="3" creationId="{B44DC97F-D409-944F-F34C-5606C28105F8}"/>
          </ac:spMkLst>
        </pc:spChg>
        <pc:spChg chg="add mod">
          <ac:chgData name="Suber Abdi Abdi" userId="S::w2069210@westminster.ac.uk::7ecedc1a-853a-48ec-981b-e1680413beb5" providerId="AD" clId="Web-{39F6DF01-4FAB-34A7-63C8-17E8C80FBCAE}" dt="2026-04-29T15:52:39.487" v="626" actId="20577"/>
          <ac:spMkLst>
            <pc:docMk/>
            <pc:sldMk cId="3042518765" sldId="266"/>
            <ac:spMk id="10" creationId="{E2B580AC-D181-0759-1D2F-8113A1E454AA}"/>
          </ac:spMkLst>
        </pc:spChg>
        <pc:spChg chg="add mod">
          <ac:chgData name="Suber Abdi Abdi" userId="S::w2069210@westminster.ac.uk::7ecedc1a-853a-48ec-981b-e1680413beb5" providerId="AD" clId="Web-{39F6DF01-4FAB-34A7-63C8-17E8C80FBCAE}" dt="2026-04-29T15:53:29.504" v="660" actId="20577"/>
          <ac:spMkLst>
            <pc:docMk/>
            <pc:sldMk cId="3042518765" sldId="266"/>
            <ac:spMk id="11" creationId="{2478D5AD-B2AB-281E-4817-DB6427E7BC99}"/>
          </ac:spMkLst>
        </pc:spChg>
      </pc:sldChg>
      <pc:sldChg chg="modSp">
        <pc:chgData name="Suber Abdi Abdi" userId="S::w2069210@westminster.ac.uk::7ecedc1a-853a-48ec-981b-e1680413beb5" providerId="AD" clId="Web-{39F6DF01-4FAB-34A7-63C8-17E8C80FBCAE}" dt="2026-04-29T15:49:55.028" v="582" actId="20577"/>
        <pc:sldMkLst>
          <pc:docMk/>
          <pc:sldMk cId="1493264767" sldId="267"/>
        </pc:sldMkLst>
        <pc:spChg chg="mod">
          <ac:chgData name="Suber Abdi Abdi" userId="S::w2069210@westminster.ac.uk::7ecedc1a-853a-48ec-981b-e1680413beb5" providerId="AD" clId="Web-{39F6DF01-4FAB-34A7-63C8-17E8C80FBCAE}" dt="2026-04-29T15:49:55.028" v="582" actId="20577"/>
          <ac:spMkLst>
            <pc:docMk/>
            <pc:sldMk cId="1493264767" sldId="267"/>
            <ac:spMk id="18" creationId="{37868677-B700-AFED-2128-60C803E686D9}"/>
          </ac:spMkLst>
        </pc:spChg>
      </pc:sldChg>
      <pc:sldChg chg="del">
        <pc:chgData name="Suber Abdi Abdi" userId="S::w2069210@westminster.ac.uk::7ecedc1a-853a-48ec-981b-e1680413beb5" providerId="AD" clId="Web-{39F6DF01-4FAB-34A7-63C8-17E8C80FBCAE}" dt="2026-04-29T15:16:51.725" v="58"/>
        <pc:sldMkLst>
          <pc:docMk/>
          <pc:sldMk cId="1459111670" sldId="268"/>
        </pc:sldMkLst>
      </pc:sldChg>
      <pc:sldChg chg="modSp">
        <pc:chgData name="Suber Abdi Abdi" userId="S::w2069210@westminster.ac.uk::7ecedc1a-853a-48ec-981b-e1680413beb5" providerId="AD" clId="Web-{39F6DF01-4FAB-34A7-63C8-17E8C80FBCAE}" dt="2026-04-29T15:30:07.837" v="302" actId="20577"/>
        <pc:sldMkLst>
          <pc:docMk/>
          <pc:sldMk cId="2047606335" sldId="269"/>
        </pc:sldMkLst>
        <pc:spChg chg="mod">
          <ac:chgData name="Suber Abdi Abdi" userId="S::w2069210@westminster.ac.uk::7ecedc1a-853a-48ec-981b-e1680413beb5" providerId="AD" clId="Web-{39F6DF01-4FAB-34A7-63C8-17E8C80FBCAE}" dt="2026-04-29T15:30:07.837" v="302" actId="20577"/>
          <ac:spMkLst>
            <pc:docMk/>
            <pc:sldMk cId="2047606335" sldId="269"/>
            <ac:spMk id="3" creationId="{EDA1E974-4099-07C9-A7A8-07FC47A74F79}"/>
          </ac:spMkLst>
        </pc:spChg>
      </pc:sldChg>
      <pc:sldChg chg="modSp">
        <pc:chgData name="Suber Abdi Abdi" userId="S::w2069210@westminster.ac.uk::7ecedc1a-853a-48ec-981b-e1680413beb5" providerId="AD" clId="Web-{39F6DF01-4FAB-34A7-63C8-17E8C80FBCAE}" dt="2026-04-29T15:29:05.547" v="283" actId="20577"/>
        <pc:sldMkLst>
          <pc:docMk/>
          <pc:sldMk cId="1096990636" sldId="271"/>
        </pc:sldMkLst>
        <pc:spChg chg="mod">
          <ac:chgData name="Suber Abdi Abdi" userId="S::w2069210@westminster.ac.uk::7ecedc1a-853a-48ec-981b-e1680413beb5" providerId="AD" clId="Web-{39F6DF01-4FAB-34A7-63C8-17E8C80FBCAE}" dt="2026-04-29T15:29:05.547" v="283" actId="20577"/>
          <ac:spMkLst>
            <pc:docMk/>
            <pc:sldMk cId="1096990636" sldId="271"/>
            <ac:spMk id="3" creationId="{DDD1B9AC-82F3-17DC-C210-28F5BE8DB704}"/>
          </ac:spMkLst>
        </pc:spChg>
      </pc:sldChg>
      <pc:sldChg chg="modSp">
        <pc:chgData name="Suber Abdi Abdi" userId="S::w2069210@westminster.ac.uk::7ecedc1a-853a-48ec-981b-e1680413beb5" providerId="AD" clId="Web-{39F6DF01-4FAB-34A7-63C8-17E8C80FBCAE}" dt="2026-04-29T15:20:29.025" v="126" actId="20577"/>
        <pc:sldMkLst>
          <pc:docMk/>
          <pc:sldMk cId="4216757159" sldId="272"/>
        </pc:sldMkLst>
        <pc:spChg chg="mod">
          <ac:chgData name="Suber Abdi Abdi" userId="S::w2069210@westminster.ac.uk::7ecedc1a-853a-48ec-981b-e1680413beb5" providerId="AD" clId="Web-{39F6DF01-4FAB-34A7-63C8-17E8C80FBCAE}" dt="2026-04-29T15:20:12.431" v="118" actId="20577"/>
          <ac:spMkLst>
            <pc:docMk/>
            <pc:sldMk cId="4216757159" sldId="272"/>
            <ac:spMk id="2" creationId="{9B376F30-AF8E-8AC4-5571-99905E196488}"/>
          </ac:spMkLst>
        </pc:spChg>
        <pc:spChg chg="mod">
          <ac:chgData name="Suber Abdi Abdi" userId="S::w2069210@westminster.ac.uk::7ecedc1a-853a-48ec-981b-e1680413beb5" providerId="AD" clId="Web-{39F6DF01-4FAB-34A7-63C8-17E8C80FBCAE}" dt="2026-04-29T15:20:29.025" v="126" actId="20577"/>
          <ac:spMkLst>
            <pc:docMk/>
            <pc:sldMk cId="4216757159" sldId="272"/>
            <ac:spMk id="3" creationId="{22DEB56D-50A4-17E8-6A53-349041FCCB37}"/>
          </ac:spMkLst>
        </pc:spChg>
      </pc:sldChg>
      <pc:sldChg chg="del">
        <pc:chgData name="Suber Abdi Abdi" userId="S::w2069210@westminster.ac.uk::7ecedc1a-853a-48ec-981b-e1680413beb5" providerId="AD" clId="Web-{39F6DF01-4FAB-34A7-63C8-17E8C80FBCAE}" dt="2026-04-29T15:20:35.291" v="127"/>
        <pc:sldMkLst>
          <pc:docMk/>
          <pc:sldMk cId="2523349283" sldId="273"/>
        </pc:sldMkLst>
      </pc:sldChg>
      <pc:sldChg chg="del">
        <pc:chgData name="Suber Abdi Abdi" userId="S::w2069210@westminster.ac.uk::7ecedc1a-853a-48ec-981b-e1680413beb5" providerId="AD" clId="Web-{39F6DF01-4FAB-34A7-63C8-17E8C80FBCAE}" dt="2026-04-29T15:18:05.570" v="86"/>
        <pc:sldMkLst>
          <pc:docMk/>
          <pc:sldMk cId="521291516" sldId="274"/>
        </pc:sldMkLst>
      </pc:sldChg>
      <pc:sldChg chg="modSp">
        <pc:chgData name="Suber Abdi Abdi" userId="S::w2069210@westminster.ac.uk::7ecedc1a-853a-48ec-981b-e1680413beb5" providerId="AD" clId="Web-{39F6DF01-4FAB-34A7-63C8-17E8C80FBCAE}" dt="2026-04-29T15:40:00.855" v="397" actId="20577"/>
        <pc:sldMkLst>
          <pc:docMk/>
          <pc:sldMk cId="1863431586" sldId="276"/>
        </pc:sldMkLst>
        <pc:spChg chg="mod">
          <ac:chgData name="Suber Abdi Abdi" userId="S::w2069210@westminster.ac.uk::7ecedc1a-853a-48ec-981b-e1680413beb5" providerId="AD" clId="Web-{39F6DF01-4FAB-34A7-63C8-17E8C80FBCAE}" dt="2026-04-29T15:40:00.855" v="397" actId="20577"/>
          <ac:spMkLst>
            <pc:docMk/>
            <pc:sldMk cId="1863431586" sldId="276"/>
            <ac:spMk id="3" creationId="{D1E7F957-B0B5-0D09-2F5D-55EBB5F3FA65}"/>
          </ac:spMkLst>
        </pc:spChg>
      </pc:sldChg>
      <pc:sldChg chg="modSp ord">
        <pc:chgData name="Suber Abdi Abdi" userId="S::w2069210@westminster.ac.uk::7ecedc1a-853a-48ec-981b-e1680413beb5" providerId="AD" clId="Web-{39F6DF01-4FAB-34A7-63C8-17E8C80FBCAE}" dt="2026-04-29T15:47:17.283" v="557" actId="20577"/>
        <pc:sldMkLst>
          <pc:docMk/>
          <pc:sldMk cId="4222985739" sldId="278"/>
        </pc:sldMkLst>
        <pc:spChg chg="mod">
          <ac:chgData name="Suber Abdi Abdi" userId="S::w2069210@westminster.ac.uk::7ecedc1a-853a-48ec-981b-e1680413beb5" providerId="AD" clId="Web-{39F6DF01-4FAB-34A7-63C8-17E8C80FBCAE}" dt="2026-04-29T15:47:17.283" v="557" actId="20577"/>
          <ac:spMkLst>
            <pc:docMk/>
            <pc:sldMk cId="4222985739" sldId="278"/>
            <ac:spMk id="4" creationId="{3BF2D8A5-25E8-6B61-898A-F6B22717355A}"/>
          </ac:spMkLst>
        </pc:spChg>
      </pc:sldChg>
      <pc:sldChg chg="addSp delSp modSp">
        <pc:chgData name="Suber Abdi Abdi" userId="S::w2069210@westminster.ac.uk::7ecedc1a-853a-48ec-981b-e1680413beb5" providerId="AD" clId="Web-{39F6DF01-4FAB-34A7-63C8-17E8C80FBCAE}" dt="2026-04-29T15:52:17.080" v="601" actId="20577"/>
        <pc:sldMkLst>
          <pc:docMk/>
          <pc:sldMk cId="437345967" sldId="281"/>
        </pc:sldMkLst>
        <pc:spChg chg="mod">
          <ac:chgData name="Suber Abdi Abdi" userId="S::w2069210@westminster.ac.uk::7ecedc1a-853a-48ec-981b-e1680413beb5" providerId="AD" clId="Web-{39F6DF01-4FAB-34A7-63C8-17E8C80FBCAE}" dt="2026-04-29T15:52:17.080" v="601" actId="20577"/>
          <ac:spMkLst>
            <pc:docMk/>
            <pc:sldMk cId="437345967" sldId="281"/>
            <ac:spMk id="4" creationId="{767D7188-E7A3-D910-282F-3594B5EC014D}"/>
          </ac:spMkLst>
        </pc:spChg>
        <pc:spChg chg="add mod">
          <ac:chgData name="Suber Abdi Abdi" userId="S::w2069210@westminster.ac.uk::7ecedc1a-853a-48ec-981b-e1680413beb5" providerId="AD" clId="Web-{39F6DF01-4FAB-34A7-63C8-17E8C80FBCAE}" dt="2026-04-29T15:47:00.985" v="553" actId="1076"/>
          <ac:spMkLst>
            <pc:docMk/>
            <pc:sldMk cId="437345967" sldId="281"/>
            <ac:spMk id="5" creationId="{BF0C44FC-31D5-E042-5AD2-C108BBA9AE1A}"/>
          </ac:spMkLst>
        </pc:spChg>
        <pc:spChg chg="add del">
          <ac:chgData name="Suber Abdi Abdi" userId="S::w2069210@westminster.ac.uk::7ecedc1a-853a-48ec-981b-e1680413beb5" providerId="AD" clId="Web-{39F6DF01-4FAB-34A7-63C8-17E8C80FBCAE}" dt="2026-04-29T15:51:47.361" v="588"/>
          <ac:spMkLst>
            <pc:docMk/>
            <pc:sldMk cId="437345967" sldId="281"/>
            <ac:spMk id="6" creationId="{6EC47AE2-06C3-86E2-1273-BDFD3B58BA66}"/>
          </ac:spMkLst>
        </pc:spChg>
        <pc:picChg chg="add mod">
          <ac:chgData name="Suber Abdi Abdi" userId="S::w2069210@westminster.ac.uk::7ecedc1a-853a-48ec-981b-e1680413beb5" providerId="AD" clId="Web-{39F6DF01-4FAB-34A7-63C8-17E8C80FBCAE}" dt="2026-04-29T15:46:32.248" v="543" actId="1076"/>
          <ac:picMkLst>
            <pc:docMk/>
            <pc:sldMk cId="437345967" sldId="281"/>
            <ac:picMk id="3" creationId="{194DCE14-BB54-22A8-1253-F59007471361}"/>
          </ac:picMkLst>
        </pc:picChg>
      </pc:sldChg>
      <pc:sldChg chg="modSp">
        <pc:chgData name="Suber Abdi Abdi" userId="S::w2069210@westminster.ac.uk::7ecedc1a-853a-48ec-981b-e1680413beb5" providerId="AD" clId="Web-{39F6DF01-4FAB-34A7-63C8-17E8C80FBCAE}" dt="2026-04-29T15:47:21.971" v="558" actId="20577"/>
        <pc:sldMkLst>
          <pc:docMk/>
          <pc:sldMk cId="1268509070" sldId="284"/>
        </pc:sldMkLst>
        <pc:spChg chg="mod">
          <ac:chgData name="Suber Abdi Abdi" userId="S::w2069210@westminster.ac.uk::7ecedc1a-853a-48ec-981b-e1680413beb5" providerId="AD" clId="Web-{39F6DF01-4FAB-34A7-63C8-17E8C80FBCAE}" dt="2026-04-29T15:47:21.971" v="558" actId="20577"/>
          <ac:spMkLst>
            <pc:docMk/>
            <pc:sldMk cId="1268509070" sldId="284"/>
            <ac:spMk id="4" creationId="{7617A691-469E-02FC-1166-DD4F426FE108}"/>
          </ac:spMkLst>
        </pc:spChg>
      </pc:sldChg>
      <pc:sldChg chg="modSp new">
        <pc:chgData name="Suber Abdi Abdi" userId="S::w2069210@westminster.ac.uk::7ecedc1a-853a-48ec-981b-e1680413beb5" providerId="AD" clId="Web-{39F6DF01-4FAB-34A7-63C8-17E8C80FBCAE}" dt="2026-04-29T15:16:47.256" v="57" actId="20577"/>
        <pc:sldMkLst>
          <pc:docMk/>
          <pc:sldMk cId="3771694178" sldId="288"/>
        </pc:sldMkLst>
        <pc:spChg chg="mod">
          <ac:chgData name="Suber Abdi Abdi" userId="S::w2069210@westminster.ac.uk::7ecedc1a-853a-48ec-981b-e1680413beb5" providerId="AD" clId="Web-{39F6DF01-4FAB-34A7-63C8-17E8C80FBCAE}" dt="2026-04-29T15:13:57.097" v="13" actId="14100"/>
          <ac:spMkLst>
            <pc:docMk/>
            <pc:sldMk cId="3771694178" sldId="288"/>
            <ac:spMk id="2" creationId="{CD8DD168-07E1-1826-B5C0-A650B35814A4}"/>
          </ac:spMkLst>
        </pc:spChg>
        <pc:spChg chg="mod">
          <ac:chgData name="Suber Abdi Abdi" userId="S::w2069210@westminster.ac.uk::7ecedc1a-853a-48ec-981b-e1680413beb5" providerId="AD" clId="Web-{39F6DF01-4FAB-34A7-63C8-17E8C80FBCAE}" dt="2026-04-29T15:16:47.256" v="57" actId="20577"/>
          <ac:spMkLst>
            <pc:docMk/>
            <pc:sldMk cId="3771694178" sldId="288"/>
            <ac:spMk id="3" creationId="{A0CD7C7C-7D62-8168-53EB-9CE0A5FE0301}"/>
          </ac:spMkLst>
        </pc:spChg>
      </pc:sldChg>
      <pc:sldChg chg="new del">
        <pc:chgData name="Suber Abdi Abdi" userId="S::w2069210@westminster.ac.uk::7ecedc1a-853a-48ec-981b-e1680413beb5" providerId="AD" clId="Web-{39F6DF01-4FAB-34A7-63C8-17E8C80FBCAE}" dt="2026-04-29T15:17:07.554" v="62"/>
        <pc:sldMkLst>
          <pc:docMk/>
          <pc:sldMk cId="3217872899" sldId="289"/>
        </pc:sldMkLst>
      </pc:sldChg>
      <pc:sldChg chg="modSp add ord replId">
        <pc:chgData name="Suber Abdi Abdi" userId="S::w2069210@westminster.ac.uk::7ecedc1a-853a-48ec-981b-e1680413beb5" providerId="AD" clId="Web-{39F6DF01-4FAB-34A7-63C8-17E8C80FBCAE}" dt="2026-04-29T15:49:41.465" v="580" actId="20577"/>
        <pc:sldMkLst>
          <pc:docMk/>
          <pc:sldMk cId="2353581752" sldId="290"/>
        </pc:sldMkLst>
        <pc:spChg chg="mod">
          <ac:chgData name="Suber Abdi Abdi" userId="S::w2069210@westminster.ac.uk::7ecedc1a-853a-48ec-981b-e1680413beb5" providerId="AD" clId="Web-{39F6DF01-4FAB-34A7-63C8-17E8C80FBCAE}" dt="2026-04-29T15:17:19.523" v="66" actId="20577"/>
          <ac:spMkLst>
            <pc:docMk/>
            <pc:sldMk cId="2353581752" sldId="290"/>
            <ac:spMk id="2" creationId="{4A27DA82-7C9E-C642-C71F-C982BE202E5C}"/>
          </ac:spMkLst>
        </pc:spChg>
        <pc:spChg chg="mod">
          <ac:chgData name="Suber Abdi Abdi" userId="S::w2069210@westminster.ac.uk::7ecedc1a-853a-48ec-981b-e1680413beb5" providerId="AD" clId="Web-{39F6DF01-4FAB-34A7-63C8-17E8C80FBCAE}" dt="2026-04-29T15:49:41.465" v="580" actId="20577"/>
          <ac:spMkLst>
            <pc:docMk/>
            <pc:sldMk cId="2353581752" sldId="290"/>
            <ac:spMk id="4" creationId="{9E490370-540F-B8EB-8687-B3DCAA993A1E}"/>
          </ac:spMkLst>
        </pc:spChg>
      </pc:sldChg>
      <pc:sldChg chg="modSp add ord replId">
        <pc:chgData name="Suber Abdi Abdi" userId="S::w2069210@westminster.ac.uk::7ecedc1a-853a-48ec-981b-e1680413beb5" providerId="AD" clId="Web-{39F6DF01-4FAB-34A7-63C8-17E8C80FBCAE}" dt="2026-04-29T15:19:22.321" v="113" actId="20577"/>
        <pc:sldMkLst>
          <pc:docMk/>
          <pc:sldMk cId="1640732402" sldId="291"/>
        </pc:sldMkLst>
        <pc:spChg chg="mod">
          <ac:chgData name="Suber Abdi Abdi" userId="S::w2069210@westminster.ac.uk::7ecedc1a-853a-48ec-981b-e1680413beb5" providerId="AD" clId="Web-{39F6DF01-4FAB-34A7-63C8-17E8C80FBCAE}" dt="2026-04-29T15:18:23.586" v="90" actId="20577"/>
          <ac:spMkLst>
            <pc:docMk/>
            <pc:sldMk cId="1640732402" sldId="291"/>
            <ac:spMk id="2" creationId="{C88F9D97-F838-52C6-3159-7DC668CD2776}"/>
          </ac:spMkLst>
        </pc:spChg>
        <pc:spChg chg="mod">
          <ac:chgData name="Suber Abdi Abdi" userId="S::w2069210@westminster.ac.uk::7ecedc1a-853a-48ec-981b-e1680413beb5" providerId="AD" clId="Web-{39F6DF01-4FAB-34A7-63C8-17E8C80FBCAE}" dt="2026-04-29T15:19:22.321" v="113" actId="20577"/>
          <ac:spMkLst>
            <pc:docMk/>
            <pc:sldMk cId="1640732402" sldId="291"/>
            <ac:spMk id="4" creationId="{C2CE8DCA-885B-32CE-1CCA-0D88AAC68B6B}"/>
          </ac:spMkLst>
        </pc:spChg>
      </pc:sldChg>
    </pc:docChg>
  </pc:docChgLst>
  <pc:docChgLst>
    <pc:chgData name="Caleb Suleaudu" userId="S::w1910808@westminster.ac.uk::315bdf5d-59ce-41e1-b983-9db36d0dfa52" providerId="AD" clId="Web-{7A5092F8-CD91-7240-3072-6A2DDB2437B7}"/>
    <pc:docChg chg="modSld sldOrd">
      <pc:chgData name="Caleb Suleaudu" userId="S::w1910808@westminster.ac.uk::315bdf5d-59ce-41e1-b983-9db36d0dfa52" providerId="AD" clId="Web-{7A5092F8-CD91-7240-3072-6A2DDB2437B7}" dt="2026-04-29T15:49:37.910" v="2245" actId="20577"/>
      <pc:docMkLst>
        <pc:docMk/>
      </pc:docMkLst>
      <pc:sldChg chg="addSp delSp modSp">
        <pc:chgData name="Caleb Suleaudu" userId="S::w1910808@westminster.ac.uk::315bdf5d-59ce-41e1-b983-9db36d0dfa52" providerId="AD" clId="Web-{7A5092F8-CD91-7240-3072-6A2DDB2437B7}" dt="2026-04-29T12:02:58.359" v="121" actId="20577"/>
        <pc:sldMkLst>
          <pc:docMk/>
          <pc:sldMk cId="1272302628" sldId="265"/>
        </pc:sldMkLst>
        <pc:spChg chg="mod">
          <ac:chgData name="Caleb Suleaudu" userId="S::w1910808@westminster.ac.uk::315bdf5d-59ce-41e1-b983-9db36d0dfa52" providerId="AD" clId="Web-{7A5092F8-CD91-7240-3072-6A2DDB2437B7}" dt="2026-04-29T11:37:46.430" v="33" actId="1076"/>
          <ac:spMkLst>
            <pc:docMk/>
            <pc:sldMk cId="1272302628" sldId="265"/>
            <ac:spMk id="2" creationId="{439362D6-5CD5-62AA-4896-B5D43B1106ED}"/>
          </ac:spMkLst>
        </pc:spChg>
        <pc:spChg chg="del mod">
          <ac:chgData name="Caleb Suleaudu" userId="S::w1910808@westminster.ac.uk::315bdf5d-59ce-41e1-b983-9db36d0dfa52" providerId="AD" clId="Web-{7A5092F8-CD91-7240-3072-6A2DDB2437B7}" dt="2026-04-29T11:35:52.102" v="17"/>
          <ac:spMkLst>
            <pc:docMk/>
            <pc:sldMk cId="1272302628" sldId="265"/>
            <ac:spMk id="3" creationId="{436EB277-F8BC-3C2F-B911-2BB4D1EEC136}"/>
          </ac:spMkLst>
        </pc:spChg>
        <pc:spChg chg="add del mod">
          <ac:chgData name="Caleb Suleaudu" userId="S::w1910808@westminster.ac.uk::315bdf5d-59ce-41e1-b983-9db36d0dfa52" providerId="AD" clId="Web-{7A5092F8-CD91-7240-3072-6A2DDB2437B7}" dt="2026-04-29T11:36:02.961" v="22"/>
          <ac:spMkLst>
            <pc:docMk/>
            <pc:sldMk cId="1272302628" sldId="265"/>
            <ac:spMk id="5" creationId="{FCF46175-16AD-E23D-7FD3-EA4AAEB5FA7D}"/>
          </ac:spMkLst>
        </pc:spChg>
        <pc:spChg chg="add del mod">
          <ac:chgData name="Caleb Suleaudu" userId="S::w1910808@westminster.ac.uk::315bdf5d-59ce-41e1-b983-9db36d0dfa52" providerId="AD" clId="Web-{7A5092F8-CD91-7240-3072-6A2DDB2437B7}" dt="2026-04-29T11:36:19.586" v="26"/>
          <ac:spMkLst>
            <pc:docMk/>
            <pc:sldMk cId="1272302628" sldId="265"/>
            <ac:spMk id="6" creationId="{34E2B63D-7ED1-5718-8394-02516E103DFE}"/>
          </ac:spMkLst>
        </pc:spChg>
        <pc:spChg chg="add del mod">
          <ac:chgData name="Caleb Suleaudu" userId="S::w1910808@westminster.ac.uk::315bdf5d-59ce-41e1-b983-9db36d0dfa52" providerId="AD" clId="Web-{7A5092F8-CD91-7240-3072-6A2DDB2437B7}" dt="2026-04-29T11:37:42.587" v="32"/>
          <ac:spMkLst>
            <pc:docMk/>
            <pc:sldMk cId="1272302628" sldId="265"/>
            <ac:spMk id="7" creationId="{840B0075-5E31-5F19-0AFD-16124641605D}"/>
          </ac:spMkLst>
        </pc:spChg>
        <pc:spChg chg="add mod">
          <ac:chgData name="Caleb Suleaudu" userId="S::w1910808@westminster.ac.uk::315bdf5d-59ce-41e1-b983-9db36d0dfa52" providerId="AD" clId="Web-{7A5092F8-CD91-7240-3072-6A2DDB2437B7}" dt="2026-04-29T12:02:58.359" v="121" actId="20577"/>
          <ac:spMkLst>
            <pc:docMk/>
            <pc:sldMk cId="1272302628" sldId="265"/>
            <ac:spMk id="8" creationId="{811C1F86-4C5D-FC6E-3AF1-AE0411D711DA}"/>
          </ac:spMkLst>
        </pc:spChg>
      </pc:sldChg>
      <pc:sldChg chg="ord">
        <pc:chgData name="Caleb Suleaudu" userId="S::w1910808@westminster.ac.uk::315bdf5d-59ce-41e1-b983-9db36d0dfa52" providerId="AD" clId="Web-{7A5092F8-CD91-7240-3072-6A2DDB2437B7}" dt="2026-04-29T13:40:08.159" v="1567"/>
        <pc:sldMkLst>
          <pc:docMk/>
          <pc:sldMk cId="1493264767" sldId="267"/>
        </pc:sldMkLst>
      </pc:sldChg>
      <pc:sldChg chg="modSp">
        <pc:chgData name="Caleb Suleaudu" userId="S::w1910808@westminster.ac.uk::315bdf5d-59ce-41e1-b983-9db36d0dfa52" providerId="AD" clId="Web-{7A5092F8-CD91-7240-3072-6A2DDB2437B7}" dt="2026-04-29T14:09:45.980" v="1635" actId="20577"/>
        <pc:sldMkLst>
          <pc:docMk/>
          <pc:sldMk cId="1459111670" sldId="268"/>
        </pc:sldMkLst>
        <pc:spChg chg="mod">
          <ac:chgData name="Caleb Suleaudu" userId="S::w1910808@westminster.ac.uk::315bdf5d-59ce-41e1-b983-9db36d0dfa52" providerId="AD" clId="Web-{7A5092F8-CD91-7240-3072-6A2DDB2437B7}" dt="2026-04-29T14:09:45.980" v="1635" actId="20577"/>
          <ac:spMkLst>
            <pc:docMk/>
            <pc:sldMk cId="1459111670" sldId="268"/>
            <ac:spMk id="3" creationId="{9C97FF06-C1A1-0984-3E36-17EC99D30A73}"/>
          </ac:spMkLst>
        </pc:spChg>
      </pc:sldChg>
      <pc:sldChg chg="addSp delSp modSp">
        <pc:chgData name="Caleb Suleaudu" userId="S::w1910808@westminster.ac.uk::315bdf5d-59ce-41e1-b983-9db36d0dfa52" providerId="AD" clId="Web-{7A5092F8-CD91-7240-3072-6A2DDB2437B7}" dt="2026-04-29T15:04:12.189" v="1995" actId="20577"/>
        <pc:sldMkLst>
          <pc:docMk/>
          <pc:sldMk cId="2047606335" sldId="269"/>
        </pc:sldMkLst>
        <pc:spChg chg="mod">
          <ac:chgData name="Caleb Suleaudu" userId="S::w1910808@westminster.ac.uk::315bdf5d-59ce-41e1-b983-9db36d0dfa52" providerId="AD" clId="Web-{7A5092F8-CD91-7240-3072-6A2DDB2437B7}" dt="2026-04-29T15:04:12.189" v="1995" actId="20577"/>
          <ac:spMkLst>
            <pc:docMk/>
            <pc:sldMk cId="2047606335" sldId="269"/>
            <ac:spMk id="3" creationId="{EDA1E974-4099-07C9-A7A8-07FC47A74F79}"/>
          </ac:spMkLst>
        </pc:spChg>
        <pc:spChg chg="add del mod">
          <ac:chgData name="Caleb Suleaudu" userId="S::w1910808@westminster.ac.uk::315bdf5d-59ce-41e1-b983-9db36d0dfa52" providerId="AD" clId="Web-{7A5092F8-CD91-7240-3072-6A2DDB2437B7}" dt="2026-04-29T14:52:56.801" v="1745"/>
          <ac:spMkLst>
            <pc:docMk/>
            <pc:sldMk cId="2047606335" sldId="269"/>
            <ac:spMk id="4" creationId="{52AA4460-5AA0-9DE2-032E-B42EFC312895}"/>
          </ac:spMkLst>
        </pc:spChg>
        <pc:cxnChg chg="add del mod">
          <ac:chgData name="Caleb Suleaudu" userId="S::w1910808@westminster.ac.uk::315bdf5d-59ce-41e1-b983-9db36d0dfa52" providerId="AD" clId="Web-{7A5092F8-CD91-7240-3072-6A2DDB2437B7}" dt="2026-04-29T14:48:44.387" v="1709"/>
          <ac:cxnSpMkLst>
            <pc:docMk/>
            <pc:sldMk cId="2047606335" sldId="269"/>
            <ac:cxnSpMk id="5" creationId="{BDCFC9CE-6670-9D5C-A8B7-B71458FF64C0}"/>
          </ac:cxnSpMkLst>
        </pc:cxnChg>
        <pc:cxnChg chg="add del">
          <ac:chgData name="Caleb Suleaudu" userId="S::w1910808@westminster.ac.uk::315bdf5d-59ce-41e1-b983-9db36d0dfa52" providerId="AD" clId="Web-{7A5092F8-CD91-7240-3072-6A2DDB2437B7}" dt="2026-04-29T14:49:35.374" v="1712"/>
          <ac:cxnSpMkLst>
            <pc:docMk/>
            <pc:sldMk cId="2047606335" sldId="269"/>
            <ac:cxnSpMk id="6" creationId="{A74FB450-BA0B-D1EE-312E-190798193531}"/>
          </ac:cxnSpMkLst>
        </pc:cxnChg>
      </pc:sldChg>
      <pc:sldChg chg="modSp">
        <pc:chgData name="Caleb Suleaudu" userId="S::w1910808@westminster.ac.uk::315bdf5d-59ce-41e1-b983-9db36d0dfa52" providerId="AD" clId="Web-{7A5092F8-CD91-7240-3072-6A2DDB2437B7}" dt="2026-04-29T15:24:09.847" v="2031"/>
        <pc:sldMkLst>
          <pc:docMk/>
          <pc:sldMk cId="902224447" sldId="270"/>
        </pc:sldMkLst>
        <pc:graphicFrameChg chg="mod modGraphic">
          <ac:chgData name="Caleb Suleaudu" userId="S::w1910808@westminster.ac.uk::315bdf5d-59ce-41e1-b983-9db36d0dfa52" providerId="AD" clId="Web-{7A5092F8-CD91-7240-3072-6A2DDB2437B7}" dt="2026-04-29T15:24:09.847" v="2031"/>
          <ac:graphicFrameMkLst>
            <pc:docMk/>
            <pc:sldMk cId="902224447" sldId="270"/>
            <ac:graphicFrameMk id="6" creationId="{FA083FE1-16E1-8B6A-3F60-5333BFA3BFA0}"/>
          </ac:graphicFrameMkLst>
        </pc:graphicFrameChg>
      </pc:sldChg>
      <pc:sldChg chg="addSp delSp modSp">
        <pc:chgData name="Caleb Suleaudu" userId="S::w1910808@westminster.ac.uk::315bdf5d-59ce-41e1-b983-9db36d0dfa52" providerId="AD" clId="Web-{7A5092F8-CD91-7240-3072-6A2DDB2437B7}" dt="2026-04-29T12:43:26.383" v="898" actId="20577"/>
        <pc:sldMkLst>
          <pc:docMk/>
          <pc:sldMk cId="521291516" sldId="274"/>
        </pc:sldMkLst>
        <pc:spChg chg="mod">
          <ac:chgData name="Caleb Suleaudu" userId="S::w1910808@westminster.ac.uk::315bdf5d-59ce-41e1-b983-9db36d0dfa52" providerId="AD" clId="Web-{7A5092F8-CD91-7240-3072-6A2DDB2437B7}" dt="2026-04-29T12:21:23.182" v="335" actId="1076"/>
          <ac:spMkLst>
            <pc:docMk/>
            <pc:sldMk cId="521291516" sldId="274"/>
            <ac:spMk id="2" creationId="{1ADF7D79-7328-33CA-CF9A-AD439CCD214C}"/>
          </ac:spMkLst>
        </pc:spChg>
        <pc:spChg chg="mod">
          <ac:chgData name="Caleb Suleaudu" userId="S::w1910808@westminster.ac.uk::315bdf5d-59ce-41e1-b983-9db36d0dfa52" providerId="AD" clId="Web-{7A5092F8-CD91-7240-3072-6A2DDB2437B7}" dt="2026-04-29T12:17:20.381" v="332" actId="14100"/>
          <ac:spMkLst>
            <pc:docMk/>
            <pc:sldMk cId="521291516" sldId="274"/>
            <ac:spMk id="3" creationId="{8BD79C61-5AEF-AC45-0DD6-4410C9001DA6}"/>
          </ac:spMkLst>
        </pc:spChg>
        <pc:spChg chg="add mod">
          <ac:chgData name="Caleb Suleaudu" userId="S::w1910808@westminster.ac.uk::315bdf5d-59ce-41e1-b983-9db36d0dfa52" providerId="AD" clId="Web-{7A5092F8-CD91-7240-3072-6A2DDB2437B7}" dt="2026-04-29T12:43:26.383" v="898" actId="20577"/>
          <ac:spMkLst>
            <pc:docMk/>
            <pc:sldMk cId="521291516" sldId="274"/>
            <ac:spMk id="7" creationId="{B4A80942-F913-FCD0-26DD-750F206764C0}"/>
          </ac:spMkLst>
        </pc:spChg>
        <pc:graphicFrameChg chg="add del mod modGraphic">
          <ac:chgData name="Caleb Suleaudu" userId="S::w1910808@westminster.ac.uk::315bdf5d-59ce-41e1-b983-9db36d0dfa52" providerId="AD" clId="Web-{7A5092F8-CD91-7240-3072-6A2DDB2437B7}" dt="2026-04-29T12:13:59.920" v="280"/>
          <ac:graphicFrameMkLst>
            <pc:docMk/>
            <pc:sldMk cId="521291516" sldId="274"/>
            <ac:graphicFrameMk id="4" creationId="{06742805-F189-F75E-7012-790F6E380C2F}"/>
          </ac:graphicFrameMkLst>
        </pc:graphicFrameChg>
        <pc:graphicFrameChg chg="add del mod modGraphic">
          <ac:chgData name="Caleb Suleaudu" userId="S::w1910808@westminster.ac.uk::315bdf5d-59ce-41e1-b983-9db36d0dfa52" providerId="AD" clId="Web-{7A5092F8-CD91-7240-3072-6A2DDB2437B7}" dt="2026-04-29T12:15:23.939" v="326"/>
          <ac:graphicFrameMkLst>
            <pc:docMk/>
            <pc:sldMk cId="521291516" sldId="274"/>
            <ac:graphicFrameMk id="5" creationId="{F5685159-B8AD-9C80-C328-88D13B42DE0C}"/>
          </ac:graphicFrameMkLst>
        </pc:graphicFrameChg>
        <pc:graphicFrameChg chg="add del mod">
          <ac:chgData name="Caleb Suleaudu" userId="S::w1910808@westminster.ac.uk::315bdf5d-59ce-41e1-b983-9db36d0dfa52" providerId="AD" clId="Web-{7A5092F8-CD91-7240-3072-6A2DDB2437B7}" dt="2026-04-29T12:16:56.021" v="330"/>
          <ac:graphicFrameMkLst>
            <pc:docMk/>
            <pc:sldMk cId="521291516" sldId="274"/>
            <ac:graphicFrameMk id="6" creationId="{B7359226-7D78-820F-FBCF-AB645C68D03A}"/>
          </ac:graphicFrameMkLst>
        </pc:graphicFrameChg>
      </pc:sldChg>
      <pc:sldChg chg="modSp">
        <pc:chgData name="Caleb Suleaudu" userId="S::w1910808@westminster.ac.uk::315bdf5d-59ce-41e1-b983-9db36d0dfa52" providerId="AD" clId="Web-{7A5092F8-CD91-7240-3072-6A2DDB2437B7}" dt="2026-04-29T15:36:20.266" v="2105" actId="20577"/>
        <pc:sldMkLst>
          <pc:docMk/>
          <pc:sldMk cId="2353581752" sldId="290"/>
        </pc:sldMkLst>
        <pc:spChg chg="mod">
          <ac:chgData name="Caleb Suleaudu" userId="S::w1910808@westminster.ac.uk::315bdf5d-59ce-41e1-b983-9db36d0dfa52" providerId="AD" clId="Web-{7A5092F8-CD91-7240-3072-6A2DDB2437B7}" dt="2026-04-29T15:36:20.266" v="2105" actId="20577"/>
          <ac:spMkLst>
            <pc:docMk/>
            <pc:sldMk cId="2353581752" sldId="290"/>
            <ac:spMk id="4" creationId="{9E490370-540F-B8EB-8687-B3DCAA993A1E}"/>
          </ac:spMkLst>
        </pc:spChg>
      </pc:sldChg>
      <pc:sldChg chg="modSp">
        <pc:chgData name="Caleb Suleaudu" userId="S::w1910808@westminster.ac.uk::315bdf5d-59ce-41e1-b983-9db36d0dfa52" providerId="AD" clId="Web-{7A5092F8-CD91-7240-3072-6A2DDB2437B7}" dt="2026-04-29T15:49:37.910" v="2245" actId="20577"/>
        <pc:sldMkLst>
          <pc:docMk/>
          <pc:sldMk cId="1640732402" sldId="291"/>
        </pc:sldMkLst>
        <pc:spChg chg="mod">
          <ac:chgData name="Caleb Suleaudu" userId="S::w1910808@westminster.ac.uk::315bdf5d-59ce-41e1-b983-9db36d0dfa52" providerId="AD" clId="Web-{7A5092F8-CD91-7240-3072-6A2DDB2437B7}" dt="2026-04-29T15:49:37.910" v="2245" actId="20577"/>
          <ac:spMkLst>
            <pc:docMk/>
            <pc:sldMk cId="1640732402" sldId="291"/>
            <ac:spMk id="4" creationId="{C2CE8DCA-885B-32CE-1CCA-0D88AAC68B6B}"/>
          </ac:spMkLst>
        </pc:spChg>
      </pc:sldChg>
    </pc:docChg>
  </pc:docChgLst>
  <pc:docChgLst>
    <pc:chgData name="Victoria Veprek" userId="S::w2040013@westminster.ac.uk::c7a71220-24d0-4167-8f00-c0debdd23acc" providerId="AD" clId="Web-{73E7C7C4-2022-6311-A305-617BEE13827B}"/>
    <pc:docChg chg="modSld sldOrd">
      <pc:chgData name="Victoria Veprek" userId="S::w2040013@westminster.ac.uk::c7a71220-24d0-4167-8f00-c0debdd23acc" providerId="AD" clId="Web-{73E7C7C4-2022-6311-A305-617BEE13827B}" dt="2026-04-29T15:55:52.356" v="2718" actId="20577"/>
      <pc:docMkLst>
        <pc:docMk/>
      </pc:docMkLst>
      <pc:sldChg chg="addSp delSp modSp modNotes">
        <pc:chgData name="Victoria Veprek" userId="S::w2040013@westminster.ac.uk::c7a71220-24d0-4167-8f00-c0debdd23acc" providerId="AD" clId="Web-{73E7C7C4-2022-6311-A305-617BEE13827B}" dt="2026-04-29T15:19:34.924" v="1725" actId="1076"/>
        <pc:sldMkLst>
          <pc:docMk/>
          <pc:sldMk cId="434941998" sldId="261"/>
        </pc:sldMkLst>
        <pc:spChg chg="del mod">
          <ac:chgData name="Victoria Veprek" userId="S::w2040013@westminster.ac.uk::c7a71220-24d0-4167-8f00-c0debdd23acc" providerId="AD" clId="Web-{73E7C7C4-2022-6311-A305-617BEE13827B}" dt="2026-04-29T13:50:53.634" v="22"/>
          <ac:spMkLst>
            <pc:docMk/>
            <pc:sldMk cId="434941998" sldId="261"/>
            <ac:spMk id="3" creationId="{E24F4352-BA79-DE13-3D97-8CA198E201E8}"/>
          </ac:spMkLst>
        </pc:spChg>
        <pc:spChg chg="add mod">
          <ac:chgData name="Victoria Veprek" userId="S::w2040013@westminster.ac.uk::c7a71220-24d0-4167-8f00-c0debdd23acc" providerId="AD" clId="Web-{73E7C7C4-2022-6311-A305-617BEE13827B}" dt="2026-04-29T15:19:20.501" v="1723" actId="1076"/>
          <ac:spMkLst>
            <pc:docMk/>
            <pc:sldMk cId="434941998" sldId="261"/>
            <ac:spMk id="6" creationId="{9D4E7F94-81FA-6FD6-25C7-38D2E31616A8}"/>
          </ac:spMkLst>
        </pc:spChg>
        <pc:spChg chg="add del mod">
          <ac:chgData name="Victoria Veprek" userId="S::w2040013@westminster.ac.uk::c7a71220-24d0-4167-8f00-c0debdd23acc" providerId="AD" clId="Web-{73E7C7C4-2022-6311-A305-617BEE13827B}" dt="2026-04-29T13:51:41.369" v="60"/>
          <ac:spMkLst>
            <pc:docMk/>
            <pc:sldMk cId="434941998" sldId="261"/>
            <ac:spMk id="7" creationId="{CE996884-EB09-89A3-A373-D572FB78F68D}"/>
          </ac:spMkLst>
        </pc:spChg>
        <pc:spChg chg="add del">
          <ac:chgData name="Victoria Veprek" userId="S::w2040013@westminster.ac.uk::c7a71220-24d0-4167-8f00-c0debdd23acc" providerId="AD" clId="Web-{73E7C7C4-2022-6311-A305-617BEE13827B}" dt="2026-04-29T14:03:18.750" v="295"/>
          <ac:spMkLst>
            <pc:docMk/>
            <pc:sldMk cId="434941998" sldId="261"/>
            <ac:spMk id="8" creationId="{52DE41B6-278A-84CF-233E-7C3208D1DA81}"/>
          </ac:spMkLst>
        </pc:spChg>
        <pc:spChg chg="add mod">
          <ac:chgData name="Victoria Veprek" userId="S::w2040013@westminster.ac.uk::c7a71220-24d0-4167-8f00-c0debdd23acc" providerId="AD" clId="Web-{73E7C7C4-2022-6311-A305-617BEE13827B}" dt="2026-04-29T15:19:34.924" v="1725" actId="1076"/>
          <ac:spMkLst>
            <pc:docMk/>
            <pc:sldMk cId="434941998" sldId="261"/>
            <ac:spMk id="9" creationId="{C4DF341C-0808-8EAF-E214-6BEEB34D9A60}"/>
          </ac:spMkLst>
        </pc:spChg>
        <pc:graphicFrameChg chg="add del mod ord modGraphic">
          <ac:chgData name="Victoria Veprek" userId="S::w2040013@westminster.ac.uk::c7a71220-24d0-4167-8f00-c0debdd23acc" providerId="AD" clId="Web-{73E7C7C4-2022-6311-A305-617BEE13827B}" dt="2026-04-29T13:51:23.634" v="57"/>
          <ac:graphicFrameMkLst>
            <pc:docMk/>
            <pc:sldMk cId="434941998" sldId="261"/>
            <ac:graphicFrameMk id="4" creationId="{533F69D9-5123-0939-8584-58963538CECC}"/>
          </ac:graphicFrameMkLst>
        </pc:graphicFrameChg>
      </pc:sldChg>
      <pc:sldChg chg="ord">
        <pc:chgData name="Victoria Veprek" userId="S::w2040013@westminster.ac.uk::c7a71220-24d0-4167-8f00-c0debdd23acc" providerId="AD" clId="Web-{73E7C7C4-2022-6311-A305-617BEE13827B}" dt="2026-04-29T14:28:19.720" v="363"/>
        <pc:sldMkLst>
          <pc:docMk/>
          <pc:sldMk cId="2913248365" sldId="262"/>
        </pc:sldMkLst>
      </pc:sldChg>
      <pc:sldChg chg="modSp modNotes">
        <pc:chgData name="Victoria Veprek" userId="S::w2040013@westminster.ac.uk::c7a71220-24d0-4167-8f00-c0debdd23acc" providerId="AD" clId="Web-{73E7C7C4-2022-6311-A305-617BEE13827B}" dt="2026-04-29T15:55:52.356" v="2718" actId="20577"/>
        <pc:sldMkLst>
          <pc:docMk/>
          <pc:sldMk cId="2047606335" sldId="269"/>
        </pc:sldMkLst>
        <pc:spChg chg="mod">
          <ac:chgData name="Victoria Veprek" userId="S::w2040013@westminster.ac.uk::c7a71220-24d0-4167-8f00-c0debdd23acc" providerId="AD" clId="Web-{73E7C7C4-2022-6311-A305-617BEE13827B}" dt="2026-04-29T15:55:52.356" v="2718" actId="20577"/>
          <ac:spMkLst>
            <pc:docMk/>
            <pc:sldMk cId="2047606335" sldId="269"/>
            <ac:spMk id="3" creationId="{EDA1E974-4099-07C9-A7A8-07FC47A74F79}"/>
          </ac:spMkLst>
        </pc:spChg>
      </pc:sldChg>
      <pc:sldChg chg="modSp">
        <pc:chgData name="Victoria Veprek" userId="S::w2040013@westminster.ac.uk::c7a71220-24d0-4167-8f00-c0debdd23acc" providerId="AD" clId="Web-{73E7C7C4-2022-6311-A305-617BEE13827B}" dt="2026-04-29T15:24:02.861" v="1766"/>
        <pc:sldMkLst>
          <pc:docMk/>
          <pc:sldMk cId="902224447" sldId="270"/>
        </pc:sldMkLst>
        <pc:graphicFrameChg chg="mod">
          <ac:chgData name="Victoria Veprek" userId="S::w2040013@westminster.ac.uk::c7a71220-24d0-4167-8f00-c0debdd23acc" providerId="AD" clId="Web-{73E7C7C4-2022-6311-A305-617BEE13827B}" dt="2026-04-29T15:23:55.235" v="1765" actId="1076"/>
          <ac:graphicFrameMkLst>
            <pc:docMk/>
            <pc:sldMk cId="902224447" sldId="270"/>
            <ac:graphicFrameMk id="4" creationId="{28720C41-CC6F-B944-E38E-840B123D0273}"/>
          </ac:graphicFrameMkLst>
        </pc:graphicFrameChg>
        <pc:graphicFrameChg chg="mod modGraphic">
          <ac:chgData name="Victoria Veprek" userId="S::w2040013@westminster.ac.uk::c7a71220-24d0-4167-8f00-c0debdd23acc" providerId="AD" clId="Web-{73E7C7C4-2022-6311-A305-617BEE13827B}" dt="2026-04-29T15:24:02.861" v="1766"/>
          <ac:graphicFrameMkLst>
            <pc:docMk/>
            <pc:sldMk cId="902224447" sldId="270"/>
            <ac:graphicFrameMk id="6" creationId="{FA083FE1-16E1-8B6A-3F60-5333BFA3BFA0}"/>
          </ac:graphicFrameMkLst>
        </pc:graphicFrameChg>
      </pc:sldChg>
      <pc:sldChg chg="modSp modNotes">
        <pc:chgData name="Victoria Veprek" userId="S::w2040013@westminster.ac.uk::c7a71220-24d0-4167-8f00-c0debdd23acc" providerId="AD" clId="Web-{73E7C7C4-2022-6311-A305-617BEE13827B}" dt="2026-04-29T15:16:34.450" v="1624"/>
        <pc:sldMkLst>
          <pc:docMk/>
          <pc:sldMk cId="2523349283" sldId="273"/>
        </pc:sldMkLst>
        <pc:spChg chg="mod">
          <ac:chgData name="Victoria Veprek" userId="S::w2040013@westminster.ac.uk::c7a71220-24d0-4167-8f00-c0debdd23acc" providerId="AD" clId="Web-{73E7C7C4-2022-6311-A305-617BEE13827B}" dt="2026-04-29T14:28:25.518" v="368" actId="20577"/>
          <ac:spMkLst>
            <pc:docMk/>
            <pc:sldMk cId="2523349283" sldId="273"/>
            <ac:spMk id="2" creationId="{5AEA4C85-6A9E-40E4-45F5-74F4EE2BC3B8}"/>
          </ac:spMkLst>
        </pc:spChg>
        <pc:spChg chg="mod">
          <ac:chgData name="Victoria Veprek" userId="S::w2040013@westminster.ac.uk::c7a71220-24d0-4167-8f00-c0debdd23acc" providerId="AD" clId="Web-{73E7C7C4-2022-6311-A305-617BEE13827B}" dt="2026-04-29T15:10:39.996" v="1544" actId="20577"/>
          <ac:spMkLst>
            <pc:docMk/>
            <pc:sldMk cId="2523349283" sldId="273"/>
            <ac:spMk id="3" creationId="{ABDB35C7-C85A-6153-FBD5-9625C802F18F}"/>
          </ac:spMkLst>
        </pc:spChg>
      </pc:sldChg>
      <pc:sldChg chg="modSp">
        <pc:chgData name="Victoria Veprek" userId="S::w2040013@westminster.ac.uk::c7a71220-24d0-4167-8f00-c0debdd23acc" providerId="AD" clId="Web-{73E7C7C4-2022-6311-A305-617BEE13827B}" dt="2026-04-29T15:49:38.361" v="2643" actId="20577"/>
        <pc:sldMkLst>
          <pc:docMk/>
          <pc:sldMk cId="3771694178" sldId="288"/>
        </pc:sldMkLst>
        <pc:spChg chg="mod">
          <ac:chgData name="Victoria Veprek" userId="S::w2040013@westminster.ac.uk::c7a71220-24d0-4167-8f00-c0debdd23acc" providerId="AD" clId="Web-{73E7C7C4-2022-6311-A305-617BEE13827B}" dt="2026-04-29T15:49:38.361" v="2643" actId="20577"/>
          <ac:spMkLst>
            <pc:docMk/>
            <pc:sldMk cId="3771694178" sldId="288"/>
            <ac:spMk id="3" creationId="{A0CD7C7C-7D62-8168-53EB-9CE0A5FE0301}"/>
          </ac:spMkLst>
        </pc:spChg>
      </pc:sldChg>
      <pc:sldChg chg="modSp">
        <pc:chgData name="Victoria Veprek" userId="S::w2040013@westminster.ac.uk::c7a71220-24d0-4167-8f00-c0debdd23acc" providerId="AD" clId="Web-{73E7C7C4-2022-6311-A305-617BEE13827B}" dt="2026-04-29T15:38:36.594" v="2200" actId="20577"/>
        <pc:sldMkLst>
          <pc:docMk/>
          <pc:sldMk cId="2353581752" sldId="290"/>
        </pc:sldMkLst>
        <pc:spChg chg="mod">
          <ac:chgData name="Victoria Veprek" userId="S::w2040013@westminster.ac.uk::c7a71220-24d0-4167-8f00-c0debdd23acc" providerId="AD" clId="Web-{73E7C7C4-2022-6311-A305-617BEE13827B}" dt="2026-04-29T15:38:36.594" v="2200" actId="20577"/>
          <ac:spMkLst>
            <pc:docMk/>
            <pc:sldMk cId="2353581752" sldId="290"/>
            <ac:spMk id="4" creationId="{9E490370-540F-B8EB-8687-B3DCAA993A1E}"/>
          </ac:spMkLst>
        </pc:spChg>
      </pc:sldChg>
      <pc:sldChg chg="modSp modNotes">
        <pc:chgData name="Victoria Veprek" userId="S::w2040013@westminster.ac.uk::c7a71220-24d0-4167-8f00-c0debdd23acc" providerId="AD" clId="Web-{73E7C7C4-2022-6311-A305-617BEE13827B}" dt="2026-04-29T15:51:12.146" v="2717" actId="1076"/>
        <pc:sldMkLst>
          <pc:docMk/>
          <pc:sldMk cId="1640732402" sldId="291"/>
        </pc:sldMkLst>
        <pc:spChg chg="mod">
          <ac:chgData name="Victoria Veprek" userId="S::w2040013@westminster.ac.uk::c7a71220-24d0-4167-8f00-c0debdd23acc" providerId="AD" clId="Web-{73E7C7C4-2022-6311-A305-617BEE13827B}" dt="2026-04-29T15:51:12.146" v="2717" actId="1076"/>
          <ac:spMkLst>
            <pc:docMk/>
            <pc:sldMk cId="1640732402" sldId="291"/>
            <ac:spMk id="4" creationId="{C2CE8DCA-885B-32CE-1CCA-0D88AAC68B6B}"/>
          </ac:spMkLst>
        </pc:spChg>
      </pc:sldChg>
    </pc:docChg>
  </pc:docChgLst>
  <pc:docChgLst>
    <pc:chgData name="Caleb Suleaudu" userId="S::w1910808@westminster.ac.uk::315bdf5d-59ce-41e1-b983-9db36d0dfa52" providerId="AD" clId="Web-{88F3D214-4FA8-4990-0039-7EBD8A5FE068}"/>
    <pc:docChg chg="addSld modSld">
      <pc:chgData name="Caleb Suleaudu" userId="S::w1910808@westminster.ac.uk::315bdf5d-59ce-41e1-b983-9db36d0dfa52" providerId="AD" clId="Web-{88F3D214-4FA8-4990-0039-7EBD8A5FE068}" dt="2026-04-28T16:08:25.290" v="135" actId="20577"/>
      <pc:docMkLst>
        <pc:docMk/>
      </pc:docMkLst>
      <pc:sldChg chg="addSp delSp modSp">
        <pc:chgData name="Caleb Suleaudu" userId="S::w1910808@westminster.ac.uk::315bdf5d-59ce-41e1-b983-9db36d0dfa52" providerId="AD" clId="Web-{88F3D214-4FA8-4990-0039-7EBD8A5FE068}" dt="2026-04-28T15:41:25.939" v="77" actId="20577"/>
        <pc:sldMkLst>
          <pc:docMk/>
          <pc:sldMk cId="109857222" sldId="256"/>
        </pc:sldMkLst>
        <pc:spChg chg="mod">
          <ac:chgData name="Caleb Suleaudu" userId="S::w1910808@westminster.ac.uk::315bdf5d-59ce-41e1-b983-9db36d0dfa52" providerId="AD" clId="Web-{88F3D214-4FA8-4990-0039-7EBD8A5FE068}" dt="2026-04-28T15:41:18.814" v="75" actId="14100"/>
          <ac:spMkLst>
            <pc:docMk/>
            <pc:sldMk cId="109857222" sldId="256"/>
            <ac:spMk id="2" creationId="{00000000-0000-0000-0000-000000000000}"/>
          </ac:spMkLst>
        </pc:spChg>
        <pc:spChg chg="add mod">
          <ac:chgData name="Caleb Suleaudu" userId="S::w1910808@westminster.ac.uk::315bdf5d-59ce-41e1-b983-9db36d0dfa52" providerId="AD" clId="Web-{88F3D214-4FA8-4990-0039-7EBD8A5FE068}" dt="2026-04-28T15:41:25.939" v="77" actId="20577"/>
          <ac:spMkLst>
            <pc:docMk/>
            <pc:sldMk cId="109857222" sldId="256"/>
            <ac:spMk id="6" creationId="{3B444016-097F-5130-A59E-DCB223187219}"/>
          </ac:spMkLst>
        </pc:spChg>
      </pc:sldChg>
    </pc:docChg>
  </pc:docChgLst>
  <pc:docChgLst>
    <pc:chgData name="Suber Abdi Abdi" userId="S::w2069210@westminster.ac.uk::7ecedc1a-853a-48ec-981b-e1680413beb5" providerId="AD" clId="Web-{F2893730-C2F4-9D3A-9336-CC12B5BD995D}"/>
    <pc:docChg chg="addSld delSld modSld sldOrd">
      <pc:chgData name="Suber Abdi Abdi" userId="S::w2069210@westminster.ac.uk::7ecedc1a-853a-48ec-981b-e1680413beb5" providerId="AD" clId="Web-{F2893730-C2F4-9D3A-9336-CC12B5BD995D}" dt="2026-04-29T13:59:10.682" v="2505"/>
      <pc:docMkLst>
        <pc:docMk/>
      </pc:docMkLst>
      <pc:sldChg chg="modSp">
        <pc:chgData name="Suber Abdi Abdi" userId="S::w2069210@westminster.ac.uk::7ecedc1a-853a-48ec-981b-e1680413beb5" providerId="AD" clId="Web-{F2893730-C2F4-9D3A-9336-CC12B5BD995D}" dt="2026-04-29T13:05:48.361" v="2426" actId="14100"/>
        <pc:sldMkLst>
          <pc:docMk/>
          <pc:sldMk cId="109857222" sldId="256"/>
        </pc:sldMkLst>
        <pc:spChg chg="mod">
          <ac:chgData name="Suber Abdi Abdi" userId="S::w2069210@westminster.ac.uk::7ecedc1a-853a-48ec-981b-e1680413beb5" providerId="AD" clId="Web-{F2893730-C2F4-9D3A-9336-CC12B5BD995D}" dt="2026-04-29T13:05:48.361" v="2426" actId="14100"/>
          <ac:spMkLst>
            <pc:docMk/>
            <pc:sldMk cId="109857222" sldId="256"/>
            <ac:spMk id="2" creationId="{00000000-0000-0000-0000-000000000000}"/>
          </ac:spMkLst>
        </pc:spChg>
      </pc:sldChg>
      <pc:sldChg chg="modSp del">
        <pc:chgData name="Suber Abdi Abdi" userId="S::w2069210@westminster.ac.uk::7ecedc1a-853a-48ec-981b-e1680413beb5" providerId="AD" clId="Web-{F2893730-C2F4-9D3A-9336-CC12B5BD995D}" dt="2026-04-29T12:49:57.544" v="2138"/>
        <pc:sldMkLst>
          <pc:docMk/>
          <pc:sldMk cId="2168926981" sldId="257"/>
        </pc:sldMkLst>
        <pc:spChg chg="mod">
          <ac:chgData name="Suber Abdi Abdi" userId="S::w2069210@westminster.ac.uk::7ecedc1a-853a-48ec-981b-e1680413beb5" providerId="AD" clId="Web-{F2893730-C2F4-9D3A-9336-CC12B5BD995D}" dt="2026-04-29T12:47:48.448" v="2133"/>
          <ac:spMkLst>
            <pc:docMk/>
            <pc:sldMk cId="2168926981" sldId="257"/>
            <ac:spMk id="3" creationId="{77A6C7E8-B1A7-07D7-6404-50BB2647A6F5}"/>
          </ac:spMkLst>
        </pc:spChg>
      </pc:sldChg>
      <pc:sldChg chg="del">
        <pc:chgData name="Suber Abdi Abdi" userId="S::w2069210@westminster.ac.uk::7ecedc1a-853a-48ec-981b-e1680413beb5" providerId="AD" clId="Web-{F2893730-C2F4-9D3A-9336-CC12B5BD995D}" dt="2026-04-29T12:08:37.736" v="154"/>
        <pc:sldMkLst>
          <pc:docMk/>
          <pc:sldMk cId="585597688" sldId="258"/>
        </pc:sldMkLst>
      </pc:sldChg>
      <pc:sldChg chg="modSp">
        <pc:chgData name="Suber Abdi Abdi" userId="S::w2069210@westminster.ac.uk::7ecedc1a-853a-48ec-981b-e1680413beb5" providerId="AD" clId="Web-{F2893730-C2F4-9D3A-9336-CC12B5BD995D}" dt="2026-04-29T12:53:44.798" v="2179" actId="14100"/>
        <pc:sldMkLst>
          <pc:docMk/>
          <pc:sldMk cId="3905788231" sldId="259"/>
        </pc:sldMkLst>
        <pc:spChg chg="mod">
          <ac:chgData name="Suber Abdi Abdi" userId="S::w2069210@westminster.ac.uk::7ecedc1a-853a-48ec-981b-e1680413beb5" providerId="AD" clId="Web-{F2893730-C2F4-9D3A-9336-CC12B5BD995D}" dt="2026-04-29T12:07:49.873" v="151" actId="20577"/>
          <ac:spMkLst>
            <pc:docMk/>
            <pc:sldMk cId="3905788231" sldId="259"/>
            <ac:spMk id="2" creationId="{D5F41386-98B4-C754-B8CE-FB5A1CDAAC8C}"/>
          </ac:spMkLst>
        </pc:spChg>
        <pc:spChg chg="mod">
          <ac:chgData name="Suber Abdi Abdi" userId="S::w2069210@westminster.ac.uk::7ecedc1a-853a-48ec-981b-e1680413beb5" providerId="AD" clId="Web-{F2893730-C2F4-9D3A-9336-CC12B5BD995D}" dt="2026-04-29T12:53:44.798" v="2179" actId="14100"/>
          <ac:spMkLst>
            <pc:docMk/>
            <pc:sldMk cId="3905788231" sldId="259"/>
            <ac:spMk id="3" creationId="{C5F28945-A47B-1BEE-290A-051232822D27}"/>
          </ac:spMkLst>
        </pc:spChg>
      </pc:sldChg>
      <pc:sldChg chg="modSp">
        <pc:chgData name="Suber Abdi Abdi" userId="S::w2069210@westminster.ac.uk::7ecedc1a-853a-48ec-981b-e1680413beb5" providerId="AD" clId="Web-{F2893730-C2F4-9D3A-9336-CC12B5BD995D}" dt="2026-04-29T12:04:48.909" v="112"/>
        <pc:sldMkLst>
          <pc:docMk/>
          <pc:sldMk cId="3432120968" sldId="260"/>
        </pc:sldMkLst>
        <pc:spChg chg="mod">
          <ac:chgData name="Suber Abdi Abdi" userId="S::w2069210@westminster.ac.uk::7ecedc1a-853a-48ec-981b-e1680413beb5" providerId="AD" clId="Web-{F2893730-C2F4-9D3A-9336-CC12B5BD995D}" dt="2026-04-29T12:04:48.909" v="112"/>
          <ac:spMkLst>
            <pc:docMk/>
            <pc:sldMk cId="3432120968" sldId="260"/>
            <ac:spMk id="2" creationId="{97ACFC65-9539-AD88-14B9-5DB1D103567D}"/>
          </ac:spMkLst>
        </pc:spChg>
      </pc:sldChg>
      <pc:sldChg chg="modSp">
        <pc:chgData name="Suber Abdi Abdi" userId="S::w2069210@westminster.ac.uk::7ecedc1a-853a-48ec-981b-e1680413beb5" providerId="AD" clId="Web-{F2893730-C2F4-9D3A-9336-CC12B5BD995D}" dt="2026-04-29T12:05:46.879" v="133" actId="14100"/>
        <pc:sldMkLst>
          <pc:docMk/>
          <pc:sldMk cId="2913248365" sldId="262"/>
        </pc:sldMkLst>
        <pc:spChg chg="mod">
          <ac:chgData name="Suber Abdi Abdi" userId="S::w2069210@westminster.ac.uk::7ecedc1a-853a-48ec-981b-e1680413beb5" providerId="AD" clId="Web-{F2893730-C2F4-9D3A-9336-CC12B5BD995D}" dt="2026-04-29T12:05:43.020" v="132" actId="14100"/>
          <ac:spMkLst>
            <pc:docMk/>
            <pc:sldMk cId="2913248365" sldId="262"/>
            <ac:spMk id="2" creationId="{68293DDE-627A-6626-C670-18E674C2A8FD}"/>
          </ac:spMkLst>
        </pc:spChg>
        <pc:spChg chg="mod">
          <ac:chgData name="Suber Abdi Abdi" userId="S::w2069210@westminster.ac.uk::7ecedc1a-853a-48ec-981b-e1680413beb5" providerId="AD" clId="Web-{F2893730-C2F4-9D3A-9336-CC12B5BD995D}" dt="2026-04-29T12:05:46.879" v="133" actId="14100"/>
          <ac:spMkLst>
            <pc:docMk/>
            <pc:sldMk cId="2913248365" sldId="262"/>
            <ac:spMk id="3" creationId="{E7BB9536-00B9-7648-22E3-18191F18D74F}"/>
          </ac:spMkLst>
        </pc:spChg>
      </pc:sldChg>
      <pc:sldChg chg="del">
        <pc:chgData name="Suber Abdi Abdi" userId="S::w2069210@westminster.ac.uk::7ecedc1a-853a-48ec-981b-e1680413beb5" providerId="AD" clId="Web-{F2893730-C2F4-9D3A-9336-CC12B5BD995D}" dt="2026-04-29T13:42:07.763" v="2469"/>
        <pc:sldMkLst>
          <pc:docMk/>
          <pc:sldMk cId="3723731336" sldId="264"/>
        </pc:sldMkLst>
      </pc:sldChg>
      <pc:sldChg chg="del">
        <pc:chgData name="Suber Abdi Abdi" userId="S::w2069210@westminster.ac.uk::7ecedc1a-853a-48ec-981b-e1680413beb5" providerId="AD" clId="Web-{F2893730-C2F4-9D3A-9336-CC12B5BD995D}" dt="2026-04-29T12:04:05.580" v="104"/>
        <pc:sldMkLst>
          <pc:docMk/>
          <pc:sldMk cId="1272302628" sldId="265"/>
        </pc:sldMkLst>
      </pc:sldChg>
      <pc:sldChg chg="modSp">
        <pc:chgData name="Suber Abdi Abdi" userId="S::w2069210@westminster.ac.uk::7ecedc1a-853a-48ec-981b-e1680413beb5" providerId="AD" clId="Web-{F2893730-C2F4-9D3A-9336-CC12B5BD995D}" dt="2026-04-29T12:06:36.726" v="137" actId="14100"/>
        <pc:sldMkLst>
          <pc:docMk/>
          <pc:sldMk cId="3042518765" sldId="266"/>
        </pc:sldMkLst>
        <pc:spChg chg="mod">
          <ac:chgData name="Suber Abdi Abdi" userId="S::w2069210@westminster.ac.uk::7ecedc1a-853a-48ec-981b-e1680413beb5" providerId="AD" clId="Web-{F2893730-C2F4-9D3A-9336-CC12B5BD995D}" dt="2026-04-29T12:06:36.726" v="137" actId="14100"/>
          <ac:spMkLst>
            <pc:docMk/>
            <pc:sldMk cId="3042518765" sldId="266"/>
            <ac:spMk id="2" creationId="{C46ACDA9-B4AA-6FCA-AE61-F40A6E2B31F6}"/>
          </ac:spMkLst>
        </pc:spChg>
      </pc:sldChg>
      <pc:sldChg chg="modSp">
        <pc:chgData name="Suber Abdi Abdi" userId="S::w2069210@westminster.ac.uk::7ecedc1a-853a-48ec-981b-e1680413beb5" providerId="AD" clId="Web-{F2893730-C2F4-9D3A-9336-CC12B5BD995D}" dt="2026-04-29T12:06:15.927" v="135" actId="20577"/>
        <pc:sldMkLst>
          <pc:docMk/>
          <pc:sldMk cId="1493264767" sldId="267"/>
        </pc:sldMkLst>
        <pc:spChg chg="mod">
          <ac:chgData name="Suber Abdi Abdi" userId="S::w2069210@westminster.ac.uk::7ecedc1a-853a-48ec-981b-e1680413beb5" providerId="AD" clId="Web-{F2893730-C2F4-9D3A-9336-CC12B5BD995D}" dt="2026-04-29T12:06:15.927" v="135" actId="20577"/>
          <ac:spMkLst>
            <pc:docMk/>
            <pc:sldMk cId="1493264767" sldId="267"/>
            <ac:spMk id="2" creationId="{8E874CD4-3418-883A-0A1D-2C5C107D68E5}"/>
          </ac:spMkLst>
        </pc:spChg>
        <pc:spChg chg="mod">
          <ac:chgData name="Suber Abdi Abdi" userId="S::w2069210@westminster.ac.uk::7ecedc1a-853a-48ec-981b-e1680413beb5" providerId="AD" clId="Web-{F2893730-C2F4-9D3A-9336-CC12B5BD995D}" dt="2026-04-29T12:05:23.066" v="128" actId="20577"/>
          <ac:spMkLst>
            <pc:docMk/>
            <pc:sldMk cId="1493264767" sldId="267"/>
            <ac:spMk id="15" creationId="{0EAAE935-699C-69F8-A26B-DB2DE035A892}"/>
          </ac:spMkLst>
        </pc:spChg>
        <pc:spChg chg="mod">
          <ac:chgData name="Suber Abdi Abdi" userId="S::w2069210@westminster.ac.uk::7ecedc1a-853a-48ec-981b-e1680413beb5" providerId="AD" clId="Web-{F2893730-C2F4-9D3A-9336-CC12B5BD995D}" dt="2026-04-29T12:05:32.410" v="130" actId="20577"/>
          <ac:spMkLst>
            <pc:docMk/>
            <pc:sldMk cId="1493264767" sldId="267"/>
            <ac:spMk id="17" creationId="{6AE297FD-E76E-3337-3DCF-8B82992FBA6B}"/>
          </ac:spMkLst>
        </pc:spChg>
        <pc:spChg chg="mod">
          <ac:chgData name="Suber Abdi Abdi" userId="S::w2069210@westminster.ac.uk::7ecedc1a-853a-48ec-981b-e1680413beb5" providerId="AD" clId="Web-{F2893730-C2F4-9D3A-9336-CC12B5BD995D}" dt="2026-04-29T12:05:28.004" v="129" actId="20577"/>
          <ac:spMkLst>
            <pc:docMk/>
            <pc:sldMk cId="1493264767" sldId="267"/>
            <ac:spMk id="18" creationId="{37868677-B700-AFED-2128-60C803E686D9}"/>
          </ac:spMkLst>
        </pc:spChg>
      </pc:sldChg>
      <pc:sldChg chg="modSp">
        <pc:chgData name="Suber Abdi Abdi" userId="S::w2069210@westminster.ac.uk::7ecedc1a-853a-48ec-981b-e1680413beb5" providerId="AD" clId="Web-{F2893730-C2F4-9D3A-9336-CC12B5BD995D}" dt="2026-04-29T12:04:14.143" v="106" actId="14100"/>
        <pc:sldMkLst>
          <pc:docMk/>
          <pc:sldMk cId="1459111670" sldId="268"/>
        </pc:sldMkLst>
        <pc:spChg chg="mod">
          <ac:chgData name="Suber Abdi Abdi" userId="S::w2069210@westminster.ac.uk::7ecedc1a-853a-48ec-981b-e1680413beb5" providerId="AD" clId="Web-{F2893730-C2F4-9D3A-9336-CC12B5BD995D}" dt="2026-04-29T12:04:11.752" v="105" actId="14100"/>
          <ac:spMkLst>
            <pc:docMk/>
            <pc:sldMk cId="1459111670" sldId="268"/>
            <ac:spMk id="2" creationId="{9DE31F6E-7EE0-E7E6-4E95-3CB4541334F2}"/>
          </ac:spMkLst>
        </pc:spChg>
        <pc:spChg chg="mod">
          <ac:chgData name="Suber Abdi Abdi" userId="S::w2069210@westminster.ac.uk::7ecedc1a-853a-48ec-981b-e1680413beb5" providerId="AD" clId="Web-{F2893730-C2F4-9D3A-9336-CC12B5BD995D}" dt="2026-04-29T12:04:14.143" v="106" actId="14100"/>
          <ac:spMkLst>
            <pc:docMk/>
            <pc:sldMk cId="1459111670" sldId="268"/>
            <ac:spMk id="3" creationId="{9C97FF06-C1A1-0984-3E36-17EC99D30A73}"/>
          </ac:spMkLst>
        </pc:spChg>
      </pc:sldChg>
      <pc:sldChg chg="addSp delSp modSp new ord">
        <pc:chgData name="Suber Abdi Abdi" userId="S::w2069210@westminster.ac.uk::7ecedc1a-853a-48ec-981b-e1680413beb5" providerId="AD" clId="Web-{F2893730-C2F4-9D3A-9336-CC12B5BD995D}" dt="2026-04-29T13:05:26.611" v="2423" actId="1076"/>
        <pc:sldMkLst>
          <pc:docMk/>
          <pc:sldMk cId="902224447" sldId="270"/>
        </pc:sldMkLst>
        <pc:spChg chg="mod">
          <ac:chgData name="Suber Abdi Abdi" userId="S::w2069210@westminster.ac.uk::7ecedc1a-853a-48ec-981b-e1680413beb5" providerId="AD" clId="Web-{F2893730-C2F4-9D3A-9336-CC12B5BD995D}" dt="2026-04-29T13:05:26.611" v="2423" actId="1076"/>
          <ac:spMkLst>
            <pc:docMk/>
            <pc:sldMk cId="902224447" sldId="270"/>
            <ac:spMk id="2" creationId="{08658FDB-F6C9-3B4D-70D7-894578F864EB}"/>
          </ac:spMkLst>
        </pc:spChg>
        <pc:spChg chg="del mod">
          <ac:chgData name="Suber Abdi Abdi" userId="S::w2069210@westminster.ac.uk::7ecedc1a-853a-48ec-981b-e1680413beb5" providerId="AD" clId="Web-{F2893730-C2F4-9D3A-9336-CC12B5BD995D}" dt="2026-04-29T12:09:44.303" v="198"/>
          <ac:spMkLst>
            <pc:docMk/>
            <pc:sldMk cId="902224447" sldId="270"/>
            <ac:spMk id="3" creationId="{89686609-FD11-4AA9-DD0E-A5BB7D8E30AC}"/>
          </ac:spMkLst>
        </pc:spChg>
        <pc:spChg chg="add del mod">
          <ac:chgData name="Suber Abdi Abdi" userId="S::w2069210@westminster.ac.uk::7ecedc1a-853a-48ec-981b-e1680413beb5" providerId="AD" clId="Web-{F2893730-C2F4-9D3A-9336-CC12B5BD995D}" dt="2026-04-29T12:12:14.637" v="400"/>
          <ac:spMkLst>
            <pc:docMk/>
            <pc:sldMk cId="902224447" sldId="270"/>
            <ac:spMk id="5" creationId="{F20A2374-5416-A421-9D46-1D6AC87DBC9C}"/>
          </ac:spMkLst>
        </pc:spChg>
        <pc:graphicFrameChg chg="add mod modGraphic">
          <ac:chgData name="Suber Abdi Abdi" userId="S::w2069210@westminster.ac.uk::7ecedc1a-853a-48ec-981b-e1680413beb5" providerId="AD" clId="Web-{F2893730-C2F4-9D3A-9336-CC12B5BD995D}" dt="2026-04-29T12:44:40.226" v="2114"/>
          <ac:graphicFrameMkLst>
            <pc:docMk/>
            <pc:sldMk cId="902224447" sldId="270"/>
            <ac:graphicFrameMk id="4" creationId="{28720C41-CC6F-B944-E38E-840B123D0273}"/>
          </ac:graphicFrameMkLst>
        </pc:graphicFrameChg>
        <pc:graphicFrameChg chg="add mod modGraphic">
          <ac:chgData name="Suber Abdi Abdi" userId="S::w2069210@westminster.ac.uk::7ecedc1a-853a-48ec-981b-e1680413beb5" providerId="AD" clId="Web-{F2893730-C2F4-9D3A-9336-CC12B5BD995D}" dt="2026-04-29T12:44:59.914" v="2119"/>
          <ac:graphicFrameMkLst>
            <pc:docMk/>
            <pc:sldMk cId="902224447" sldId="270"/>
            <ac:graphicFrameMk id="6" creationId="{FA083FE1-16E1-8B6A-3F60-5333BFA3BFA0}"/>
          </ac:graphicFrameMkLst>
        </pc:graphicFrameChg>
      </pc:sldChg>
      <pc:sldChg chg="addSp delSp modSp new">
        <pc:chgData name="Suber Abdi Abdi" userId="S::w2069210@westminster.ac.uk::7ecedc1a-853a-48ec-981b-e1680413beb5" providerId="AD" clId="Web-{F2893730-C2F4-9D3A-9336-CC12B5BD995D}" dt="2026-04-29T12:04:27.596" v="109"/>
        <pc:sldMkLst>
          <pc:docMk/>
          <pc:sldMk cId="1096990636" sldId="271"/>
        </pc:sldMkLst>
        <pc:spChg chg="mod">
          <ac:chgData name="Suber Abdi Abdi" userId="S::w2069210@westminster.ac.uk::7ecedc1a-853a-48ec-981b-e1680413beb5" providerId="AD" clId="Web-{F2893730-C2F4-9D3A-9336-CC12B5BD995D}" dt="2026-04-29T12:04:24.096" v="107" actId="20577"/>
          <ac:spMkLst>
            <pc:docMk/>
            <pc:sldMk cId="1096990636" sldId="271"/>
            <ac:spMk id="2" creationId="{8B66F3C2-A62A-36D5-97CA-1E0497566E53}"/>
          </ac:spMkLst>
        </pc:spChg>
        <pc:spChg chg="add del">
          <ac:chgData name="Suber Abdi Abdi" userId="S::w2069210@westminster.ac.uk::7ecedc1a-853a-48ec-981b-e1680413beb5" providerId="AD" clId="Web-{F2893730-C2F4-9D3A-9336-CC12B5BD995D}" dt="2026-04-29T12:04:27.596" v="109"/>
          <ac:spMkLst>
            <pc:docMk/>
            <pc:sldMk cId="1096990636" sldId="271"/>
            <ac:spMk id="3" creationId="{DDD1B9AC-82F3-17DC-C210-28F5BE8DB704}"/>
          </ac:spMkLst>
        </pc:spChg>
        <pc:graphicFrameChg chg="add del mod ord modGraphic">
          <ac:chgData name="Suber Abdi Abdi" userId="S::w2069210@westminster.ac.uk::7ecedc1a-853a-48ec-981b-e1680413beb5" providerId="AD" clId="Web-{F2893730-C2F4-9D3A-9336-CC12B5BD995D}" dt="2026-04-29T12:04:27.596" v="109"/>
          <ac:graphicFrameMkLst>
            <pc:docMk/>
            <pc:sldMk cId="1096990636" sldId="271"/>
            <ac:graphicFrameMk id="4" creationId="{5CA7B5ED-5283-BAFF-3702-C51BBBEF7B45}"/>
          </ac:graphicFrameMkLst>
        </pc:graphicFrameChg>
      </pc:sldChg>
      <pc:sldChg chg="modSp new ord">
        <pc:chgData name="Suber Abdi Abdi" userId="S::w2069210@westminster.ac.uk::7ecedc1a-853a-48ec-981b-e1680413beb5" providerId="AD" clId="Web-{F2893730-C2F4-9D3A-9336-CC12B5BD995D}" dt="2026-04-29T12:08:17.704" v="153" actId="20577"/>
        <pc:sldMkLst>
          <pc:docMk/>
          <pc:sldMk cId="4216757159" sldId="272"/>
        </pc:sldMkLst>
        <pc:spChg chg="mod">
          <ac:chgData name="Suber Abdi Abdi" userId="S::w2069210@westminster.ac.uk::7ecedc1a-853a-48ec-981b-e1680413beb5" providerId="AD" clId="Web-{F2893730-C2F4-9D3A-9336-CC12B5BD995D}" dt="2026-04-29T12:08:17.704" v="153" actId="20577"/>
          <ac:spMkLst>
            <pc:docMk/>
            <pc:sldMk cId="4216757159" sldId="272"/>
            <ac:spMk id="2" creationId="{9B376F30-AF8E-8AC4-5571-99905E196488}"/>
          </ac:spMkLst>
        </pc:spChg>
      </pc:sldChg>
      <pc:sldChg chg="new">
        <pc:chgData name="Suber Abdi Abdi" userId="S::w2069210@westminster.ac.uk::7ecedc1a-853a-48ec-981b-e1680413beb5" providerId="AD" clId="Web-{F2893730-C2F4-9D3A-9336-CC12B5BD995D}" dt="2026-04-29T12:00:02.717" v="86"/>
        <pc:sldMkLst>
          <pc:docMk/>
          <pc:sldMk cId="2523349283" sldId="273"/>
        </pc:sldMkLst>
      </pc:sldChg>
      <pc:sldChg chg="modSp new">
        <pc:chgData name="Suber Abdi Abdi" userId="S::w2069210@westminster.ac.uk::7ecedc1a-853a-48ec-981b-e1680413beb5" providerId="AD" clId="Web-{F2893730-C2F4-9D3A-9336-CC12B5BD995D}" dt="2026-04-29T12:04:02.158" v="103" actId="20577"/>
        <pc:sldMkLst>
          <pc:docMk/>
          <pc:sldMk cId="521291516" sldId="274"/>
        </pc:sldMkLst>
        <pc:spChg chg="mod">
          <ac:chgData name="Suber Abdi Abdi" userId="S::w2069210@westminster.ac.uk::7ecedc1a-853a-48ec-981b-e1680413beb5" providerId="AD" clId="Web-{F2893730-C2F4-9D3A-9336-CC12B5BD995D}" dt="2026-04-29T12:03:44.985" v="98" actId="14100"/>
          <ac:spMkLst>
            <pc:docMk/>
            <pc:sldMk cId="521291516" sldId="274"/>
            <ac:spMk id="2" creationId="{1ADF7D79-7328-33CA-CF9A-AD439CCD214C}"/>
          </ac:spMkLst>
        </pc:spChg>
        <pc:spChg chg="mod">
          <ac:chgData name="Suber Abdi Abdi" userId="S::w2069210@westminster.ac.uk::7ecedc1a-853a-48ec-981b-e1680413beb5" providerId="AD" clId="Web-{F2893730-C2F4-9D3A-9336-CC12B5BD995D}" dt="2026-04-29T12:04:02.158" v="103" actId="20577"/>
          <ac:spMkLst>
            <pc:docMk/>
            <pc:sldMk cId="521291516" sldId="274"/>
            <ac:spMk id="3" creationId="{8BD79C61-5AEF-AC45-0DD6-4410C9001DA6}"/>
          </ac:spMkLst>
        </pc:spChg>
      </pc:sldChg>
      <pc:sldChg chg="addSp delSp modSp new ord">
        <pc:chgData name="Suber Abdi Abdi" userId="S::w2069210@westminster.ac.uk::7ecedc1a-853a-48ec-981b-e1680413beb5" providerId="AD" clId="Web-{F2893730-C2F4-9D3A-9336-CC12B5BD995D}" dt="2026-04-29T13:05:26.533" v="2422" actId="1076"/>
        <pc:sldMkLst>
          <pc:docMk/>
          <pc:sldMk cId="3583046491" sldId="275"/>
        </pc:sldMkLst>
        <pc:spChg chg="mod">
          <ac:chgData name="Suber Abdi Abdi" userId="S::w2069210@westminster.ac.uk::7ecedc1a-853a-48ec-981b-e1680413beb5" providerId="AD" clId="Web-{F2893730-C2F4-9D3A-9336-CC12B5BD995D}" dt="2026-04-29T12:59:30.617" v="2194" actId="20577"/>
          <ac:spMkLst>
            <pc:docMk/>
            <pc:sldMk cId="3583046491" sldId="275"/>
            <ac:spMk id="2" creationId="{F8890895-74A8-F6FE-5291-6CFCC6B2AAE8}"/>
          </ac:spMkLst>
        </pc:spChg>
        <pc:spChg chg="del">
          <ac:chgData name="Suber Abdi Abdi" userId="S::w2069210@westminster.ac.uk::7ecedc1a-853a-48ec-981b-e1680413beb5" providerId="AD" clId="Web-{F2893730-C2F4-9D3A-9336-CC12B5BD995D}" dt="2026-04-29T13:00:32.260" v="2195"/>
          <ac:spMkLst>
            <pc:docMk/>
            <pc:sldMk cId="3583046491" sldId="275"/>
            <ac:spMk id="3" creationId="{7E90C6A7-2545-F338-F888-FC53C2E056B4}"/>
          </ac:spMkLst>
        </pc:spChg>
        <pc:spChg chg="add del mod">
          <ac:chgData name="Suber Abdi Abdi" userId="S::w2069210@westminster.ac.uk::7ecedc1a-853a-48ec-981b-e1680413beb5" providerId="AD" clId="Web-{F2893730-C2F4-9D3A-9336-CC12B5BD995D}" dt="2026-04-29T13:01:06.433" v="2198"/>
          <ac:spMkLst>
            <pc:docMk/>
            <pc:sldMk cId="3583046491" sldId="275"/>
            <ac:spMk id="6" creationId="{C862BE32-9423-BC7F-E6B9-A94E9E3F3FE2}"/>
          </ac:spMkLst>
        </pc:spChg>
        <pc:graphicFrameChg chg="add del mod ord modGraphic">
          <ac:chgData name="Suber Abdi Abdi" userId="S::w2069210@westminster.ac.uk::7ecedc1a-853a-48ec-981b-e1680413beb5" providerId="AD" clId="Web-{F2893730-C2F4-9D3A-9336-CC12B5BD995D}" dt="2026-04-29T13:00:52.667" v="2197"/>
          <ac:graphicFrameMkLst>
            <pc:docMk/>
            <pc:sldMk cId="3583046491" sldId="275"/>
            <ac:graphicFrameMk id="4" creationId="{4F0AFECD-5803-9BA6-9A7D-AC73C1F9D5D4}"/>
          </ac:graphicFrameMkLst>
        </pc:graphicFrameChg>
        <pc:graphicFrameChg chg="add mod ord modGraphic">
          <ac:chgData name="Suber Abdi Abdi" userId="S::w2069210@westminster.ac.uk::7ecedc1a-853a-48ec-981b-e1680413beb5" providerId="AD" clId="Web-{F2893730-C2F4-9D3A-9336-CC12B5BD995D}" dt="2026-04-29T13:05:26.533" v="2422" actId="1076"/>
          <ac:graphicFrameMkLst>
            <pc:docMk/>
            <pc:sldMk cId="3583046491" sldId="275"/>
            <ac:graphicFrameMk id="7" creationId="{2BA35921-A5AA-C69A-2469-BA2813C0AD5A}"/>
          </ac:graphicFrameMkLst>
        </pc:graphicFrameChg>
      </pc:sldChg>
      <pc:sldChg chg="modSp new">
        <pc:chgData name="Suber Abdi Abdi" userId="S::w2069210@westminster.ac.uk::7ecedc1a-853a-48ec-981b-e1680413beb5" providerId="AD" clId="Web-{F2893730-C2F4-9D3A-9336-CC12B5BD995D}" dt="2026-04-29T13:27:26.850" v="2445" actId="20577"/>
        <pc:sldMkLst>
          <pc:docMk/>
          <pc:sldMk cId="1863431586" sldId="276"/>
        </pc:sldMkLst>
        <pc:spChg chg="mod">
          <ac:chgData name="Suber Abdi Abdi" userId="S::w2069210@westminster.ac.uk::7ecedc1a-853a-48ec-981b-e1680413beb5" providerId="AD" clId="Web-{F2893730-C2F4-9D3A-9336-CC12B5BD995D}" dt="2026-04-29T12:45:55.180" v="2128" actId="20577"/>
          <ac:spMkLst>
            <pc:docMk/>
            <pc:sldMk cId="1863431586" sldId="276"/>
            <ac:spMk id="2" creationId="{97E300D3-6A9E-C3B9-01FA-9EA7750FA403}"/>
          </ac:spMkLst>
        </pc:spChg>
        <pc:spChg chg="mod">
          <ac:chgData name="Suber Abdi Abdi" userId="S::w2069210@westminster.ac.uk::7ecedc1a-853a-48ec-981b-e1680413beb5" providerId="AD" clId="Web-{F2893730-C2F4-9D3A-9336-CC12B5BD995D}" dt="2026-04-29T13:27:26.850" v="2445" actId="20577"/>
          <ac:spMkLst>
            <pc:docMk/>
            <pc:sldMk cId="1863431586" sldId="276"/>
            <ac:spMk id="3" creationId="{D1E7F957-B0B5-0D09-2F5D-55EBB5F3FA65}"/>
          </ac:spMkLst>
        </pc:spChg>
      </pc:sldChg>
      <pc:sldChg chg="modSp new">
        <pc:chgData name="Suber Abdi Abdi" userId="S::w2069210@westminster.ac.uk::7ecedc1a-853a-48ec-981b-e1680413beb5" providerId="AD" clId="Web-{F2893730-C2F4-9D3A-9336-CC12B5BD995D}" dt="2026-04-29T13:26:43.817" v="2434" actId="20577"/>
        <pc:sldMkLst>
          <pc:docMk/>
          <pc:sldMk cId="564771945" sldId="277"/>
        </pc:sldMkLst>
        <pc:spChg chg="mod">
          <ac:chgData name="Suber Abdi Abdi" userId="S::w2069210@westminster.ac.uk::7ecedc1a-853a-48ec-981b-e1680413beb5" providerId="AD" clId="Web-{F2893730-C2F4-9D3A-9336-CC12B5BD995D}" dt="2026-04-29T13:26:43.817" v="2434" actId="20577"/>
          <ac:spMkLst>
            <pc:docMk/>
            <pc:sldMk cId="564771945" sldId="277"/>
            <ac:spMk id="3" creationId="{24E63216-3238-E8E5-B70C-3162B460252C}"/>
          </ac:spMkLst>
        </pc:spChg>
      </pc:sldChg>
      <pc:sldChg chg="addSp delSp modSp add replId">
        <pc:chgData name="Suber Abdi Abdi" userId="S::w2069210@westminster.ac.uk::7ecedc1a-853a-48ec-981b-e1680413beb5" providerId="AD" clId="Web-{F2893730-C2F4-9D3A-9336-CC12B5BD995D}" dt="2026-04-29T13:30:39.653" v="2465" actId="20577"/>
        <pc:sldMkLst>
          <pc:docMk/>
          <pc:sldMk cId="4222985739" sldId="278"/>
        </pc:sldMkLst>
        <pc:spChg chg="mod">
          <ac:chgData name="Suber Abdi Abdi" userId="S::w2069210@westminster.ac.uk::7ecedc1a-853a-48ec-981b-e1680413beb5" providerId="AD" clId="Web-{F2893730-C2F4-9D3A-9336-CC12B5BD995D}" dt="2026-04-29T13:25:20.532" v="2432" actId="20577"/>
          <ac:spMkLst>
            <pc:docMk/>
            <pc:sldMk cId="4222985739" sldId="278"/>
            <ac:spMk id="2" creationId="{D9F2EB94-174A-9B12-B290-4AE3A82F1DDA}"/>
          </ac:spMkLst>
        </pc:spChg>
        <pc:spChg chg="add mod">
          <ac:chgData name="Suber Abdi Abdi" userId="S::w2069210@westminster.ac.uk::7ecedc1a-853a-48ec-981b-e1680413beb5" providerId="AD" clId="Web-{F2893730-C2F4-9D3A-9336-CC12B5BD995D}" dt="2026-04-29T13:30:39.653" v="2465" actId="20577"/>
          <ac:spMkLst>
            <pc:docMk/>
            <pc:sldMk cId="4222985739" sldId="278"/>
            <ac:spMk id="4" creationId="{3BF2D8A5-25E8-6B61-898A-F6B22717355A}"/>
          </ac:spMkLst>
        </pc:spChg>
        <pc:graphicFrameChg chg="del">
          <ac:chgData name="Suber Abdi Abdi" userId="S::w2069210@westminster.ac.uk::7ecedc1a-853a-48ec-981b-e1680413beb5" providerId="AD" clId="Web-{F2893730-C2F4-9D3A-9336-CC12B5BD995D}" dt="2026-04-29T13:26:44.036" v="2435"/>
          <ac:graphicFrameMkLst>
            <pc:docMk/>
            <pc:sldMk cId="4222985739" sldId="278"/>
            <ac:graphicFrameMk id="7" creationId="{B066B4BD-8F49-B488-FAB9-D5FFA965DFBA}"/>
          </ac:graphicFrameMkLst>
        </pc:graphicFrameChg>
      </pc:sldChg>
      <pc:sldChg chg="new">
        <pc:chgData name="Suber Abdi Abdi" userId="S::w2069210@westminster.ac.uk::7ecedc1a-853a-48ec-981b-e1680413beb5" providerId="AD" clId="Web-{F2893730-C2F4-9D3A-9336-CC12B5BD995D}" dt="2026-04-29T13:31:00.950" v="2466"/>
        <pc:sldMkLst>
          <pc:docMk/>
          <pc:sldMk cId="1410729803" sldId="280"/>
        </pc:sldMkLst>
      </pc:sldChg>
      <pc:sldChg chg="modSp add replId">
        <pc:chgData name="Suber Abdi Abdi" userId="S::w2069210@westminster.ac.uk::7ecedc1a-853a-48ec-981b-e1680413beb5" providerId="AD" clId="Web-{F2893730-C2F4-9D3A-9336-CC12B5BD995D}" dt="2026-04-29T13:57:29.222" v="2503" actId="20577"/>
        <pc:sldMkLst>
          <pc:docMk/>
          <pc:sldMk cId="437345967" sldId="281"/>
        </pc:sldMkLst>
        <pc:spChg chg="mod">
          <ac:chgData name="Suber Abdi Abdi" userId="S::w2069210@westminster.ac.uk::7ecedc1a-853a-48ec-981b-e1680413beb5" providerId="AD" clId="Web-{F2893730-C2F4-9D3A-9336-CC12B5BD995D}" dt="2026-04-29T13:31:22.138" v="2468" actId="20577"/>
          <ac:spMkLst>
            <pc:docMk/>
            <pc:sldMk cId="437345967" sldId="281"/>
            <ac:spMk id="2" creationId="{66DBC280-C7F1-412A-7B0A-FE4FB6DB5D4B}"/>
          </ac:spMkLst>
        </pc:spChg>
        <pc:spChg chg="mod">
          <ac:chgData name="Suber Abdi Abdi" userId="S::w2069210@westminster.ac.uk::7ecedc1a-853a-48ec-981b-e1680413beb5" providerId="AD" clId="Web-{F2893730-C2F4-9D3A-9336-CC12B5BD995D}" dt="2026-04-29T13:57:29.222" v="2503" actId="20577"/>
          <ac:spMkLst>
            <pc:docMk/>
            <pc:sldMk cId="437345967" sldId="281"/>
            <ac:spMk id="4" creationId="{767D7188-E7A3-D910-282F-3594B5EC014D}"/>
          </ac:spMkLst>
        </pc:spChg>
      </pc:sldChg>
      <pc:sldChg chg="new">
        <pc:chgData name="Suber Abdi Abdi" userId="S::w2069210@westminster.ac.uk::7ecedc1a-853a-48ec-981b-e1680413beb5" providerId="AD" clId="Web-{F2893730-C2F4-9D3A-9336-CC12B5BD995D}" dt="2026-04-29T13:59:10.369" v="2504"/>
        <pc:sldMkLst>
          <pc:docMk/>
          <pc:sldMk cId="2460295941" sldId="282"/>
        </pc:sldMkLst>
      </pc:sldChg>
      <pc:sldChg chg="add replId">
        <pc:chgData name="Suber Abdi Abdi" userId="S::w2069210@westminster.ac.uk::7ecedc1a-853a-48ec-981b-e1680413beb5" providerId="AD" clId="Web-{F2893730-C2F4-9D3A-9336-CC12B5BD995D}" dt="2026-04-29T13:59:10.682" v="2505"/>
        <pc:sldMkLst>
          <pc:docMk/>
          <pc:sldMk cId="3847865678" sldId="283"/>
        </pc:sldMkLst>
      </pc:sldChg>
    </pc:docChg>
  </pc:docChgLst>
  <pc:docChgLst>
    <pc:chgData name="Suber Abdi Abdi" userId="S::w2069210@westminster.ac.uk::7ecedc1a-853a-48ec-981b-e1680413beb5" providerId="AD" clId="Web-{BFCEAA6A-D085-F9C0-F39F-4DED6C42AD5E}"/>
    <pc:docChg chg="addSld delSld modSld">
      <pc:chgData name="Suber Abdi Abdi" userId="S::w2069210@westminster.ac.uk::7ecedc1a-853a-48ec-981b-e1680413beb5" providerId="AD" clId="Web-{BFCEAA6A-D085-F9C0-F39F-4DED6C42AD5E}" dt="2026-04-29T15:12:25.267" v="228" actId="20577"/>
      <pc:docMkLst>
        <pc:docMk/>
      </pc:docMkLst>
      <pc:sldChg chg="modSp">
        <pc:chgData name="Suber Abdi Abdi" userId="S::w2069210@westminster.ac.uk::7ecedc1a-853a-48ec-981b-e1680413beb5" providerId="AD" clId="Web-{BFCEAA6A-D085-F9C0-F39F-4DED6C42AD5E}" dt="2026-04-29T15:12:25.267" v="228" actId="20577"/>
        <pc:sldMkLst>
          <pc:docMk/>
          <pc:sldMk cId="1459111670" sldId="268"/>
        </pc:sldMkLst>
        <pc:spChg chg="mod">
          <ac:chgData name="Suber Abdi Abdi" userId="S::w2069210@westminster.ac.uk::7ecedc1a-853a-48ec-981b-e1680413beb5" providerId="AD" clId="Web-{BFCEAA6A-D085-F9C0-F39F-4DED6C42AD5E}" dt="2026-04-29T15:12:25.267" v="228" actId="20577"/>
          <ac:spMkLst>
            <pc:docMk/>
            <pc:sldMk cId="1459111670" sldId="268"/>
            <ac:spMk id="3" creationId="{9C97FF06-C1A1-0984-3E36-17EC99D30A73}"/>
          </ac:spMkLst>
        </pc:spChg>
      </pc:sldChg>
      <pc:sldChg chg="modSp">
        <pc:chgData name="Suber Abdi Abdi" userId="S::w2069210@westminster.ac.uk::7ecedc1a-853a-48ec-981b-e1680413beb5" providerId="AD" clId="Web-{BFCEAA6A-D085-F9C0-F39F-4DED6C42AD5E}" dt="2026-04-29T15:11:24.279" v="222" actId="20577"/>
        <pc:sldMkLst>
          <pc:docMk/>
          <pc:sldMk cId="1096990636" sldId="271"/>
        </pc:sldMkLst>
        <pc:spChg chg="mod">
          <ac:chgData name="Suber Abdi Abdi" userId="S::w2069210@westminster.ac.uk::7ecedc1a-853a-48ec-981b-e1680413beb5" providerId="AD" clId="Web-{BFCEAA6A-D085-F9C0-F39F-4DED6C42AD5E}" dt="2026-04-29T15:11:24.279" v="222" actId="20577"/>
          <ac:spMkLst>
            <pc:docMk/>
            <pc:sldMk cId="1096990636" sldId="271"/>
            <ac:spMk id="3" creationId="{DDD1B9AC-82F3-17DC-C210-28F5BE8DB704}"/>
          </ac:spMkLst>
        </pc:spChg>
      </pc:sldChg>
      <pc:sldChg chg="del">
        <pc:chgData name="Suber Abdi Abdi" userId="S::w2069210@westminster.ac.uk::7ecedc1a-853a-48ec-981b-e1680413beb5" providerId="AD" clId="Web-{BFCEAA6A-D085-F9C0-F39F-4DED6C42AD5E}" dt="2026-04-29T14:40:16.234" v="197"/>
        <pc:sldMkLst>
          <pc:docMk/>
          <pc:sldMk cId="1410729803" sldId="280"/>
        </pc:sldMkLst>
      </pc:sldChg>
      <pc:sldChg chg="modSp">
        <pc:chgData name="Suber Abdi Abdi" userId="S::w2069210@westminster.ac.uk::7ecedc1a-853a-48ec-981b-e1680413beb5" providerId="AD" clId="Web-{BFCEAA6A-D085-F9C0-F39F-4DED6C42AD5E}" dt="2026-04-29T14:47:43.539" v="199" actId="20577"/>
        <pc:sldMkLst>
          <pc:docMk/>
          <pc:sldMk cId="2079291237" sldId="286"/>
        </pc:sldMkLst>
        <pc:spChg chg="mod">
          <ac:chgData name="Suber Abdi Abdi" userId="S::w2069210@westminster.ac.uk::7ecedc1a-853a-48ec-981b-e1680413beb5" providerId="AD" clId="Web-{BFCEAA6A-D085-F9C0-F39F-4DED6C42AD5E}" dt="2026-04-29T14:36:31.053" v="47" actId="20577"/>
          <ac:spMkLst>
            <pc:docMk/>
            <pc:sldMk cId="2079291237" sldId="286"/>
            <ac:spMk id="2" creationId="{B2550B2A-1ABA-B42B-3D8A-ECE0960195EB}"/>
          </ac:spMkLst>
        </pc:spChg>
        <pc:spChg chg="mod">
          <ac:chgData name="Suber Abdi Abdi" userId="S::w2069210@westminster.ac.uk::7ecedc1a-853a-48ec-981b-e1680413beb5" providerId="AD" clId="Web-{BFCEAA6A-D085-F9C0-F39F-4DED6C42AD5E}" dt="2026-04-29T14:47:43.539" v="199" actId="20577"/>
          <ac:spMkLst>
            <pc:docMk/>
            <pc:sldMk cId="2079291237" sldId="286"/>
            <ac:spMk id="4" creationId="{2C81AE9D-969F-B3D7-AA54-BBC3780EEBC6}"/>
          </ac:spMkLst>
        </pc:spChg>
      </pc:sldChg>
      <pc:sldChg chg="add del replId">
        <pc:chgData name="Suber Abdi Abdi" userId="S::w2069210@westminster.ac.uk::7ecedc1a-853a-48ec-981b-e1680413beb5" providerId="AD" clId="Web-{BFCEAA6A-D085-F9C0-F39F-4DED6C42AD5E}" dt="2026-04-29T15:12:15.454" v="224"/>
        <pc:sldMkLst>
          <pc:docMk/>
          <pc:sldMk cId="1025136195" sldId="288"/>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14AE8F7-3E49-40B7-9B0A-E4A08666D6A5}" type="datetimeFigureOut">
              <a:t>4/30/2026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AF628CC-C2F6-4AA4-B30F-03F95CCBC4CF}" type="slidenum">
              <a:t>‹#›</a:t>
            </a:fld>
            <a:endParaRPr lang="en-US"/>
          </a:p>
        </p:txBody>
      </p:sp>
    </p:spTree>
    <p:extLst>
      <p:ext uri="{BB962C8B-B14F-4D97-AF65-F5344CB8AC3E}">
        <p14:creationId xmlns:p14="http://schemas.microsoft.com/office/powerpoint/2010/main" val="166123644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85750" indent="-285750">
              <a:spcAft>
                <a:spcPts val="1000"/>
              </a:spcAft>
              <a:buFont typeface="Arial"/>
              <a:buChar char="•"/>
            </a:pPr>
            <a:r>
              <a:rPr lang="en-US">
                <a:solidFill>
                  <a:schemeClr val="bg1"/>
                </a:solidFill>
              </a:rPr>
              <a:t>AA 1.5V Alkaline batteries were selected - don’t have a long lifespan; it depends on the device </a:t>
            </a:r>
            <a:r>
              <a:rPr lang="en-US" err="1">
                <a:solidFill>
                  <a:schemeClr val="bg1"/>
                </a:solidFill>
              </a:rPr>
              <a:t>youuse</a:t>
            </a:r>
            <a:r>
              <a:rPr lang="en-US">
                <a:solidFill>
                  <a:schemeClr val="bg1"/>
                </a:solidFill>
              </a:rPr>
              <a:t> them in. Low-drain devices take 1-2 years.  Medium-drain devices take 6-12 months and high - drain devices take 2 – 20 hours of active use.  Our micro mouse could hold 8 batteries and </a:t>
            </a:r>
            <a:r>
              <a:rPr lang="en-US" err="1">
                <a:solidFill>
                  <a:schemeClr val="bg1"/>
                </a:solidFill>
              </a:rPr>
              <a:t>burntout</a:t>
            </a:r>
            <a:r>
              <a:rPr lang="en-US">
                <a:solidFill>
                  <a:schemeClr val="bg1"/>
                </a:solidFill>
              </a:rPr>
              <a:t> three within a few days which could have made it a high-drain device. We had some wiring </a:t>
            </a:r>
            <a:r>
              <a:rPr lang="en-US" err="1">
                <a:solidFill>
                  <a:schemeClr val="bg1"/>
                </a:solidFill>
              </a:rPr>
              <a:t>andpowering</a:t>
            </a:r>
            <a:r>
              <a:rPr lang="en-US">
                <a:solidFill>
                  <a:schemeClr val="bg1"/>
                </a:solidFill>
              </a:rPr>
              <a:t> issues which could have caused the batteries to short circuit. </a:t>
            </a:r>
            <a:endParaRPr lang="en-US">
              <a:solidFill>
                <a:schemeClr val="bg1"/>
              </a:solidFill>
              <a:ea typeface="Calibri"/>
              <a:cs typeface="Calibri"/>
            </a:endParaRPr>
          </a:p>
          <a:p>
            <a:pPr marL="285750" indent="-285750">
              <a:spcAft>
                <a:spcPts val="1000"/>
              </a:spcAft>
              <a:buFont typeface="Arial"/>
              <a:buChar char="•"/>
            </a:pPr>
            <a:r>
              <a:rPr lang="en-US">
                <a:solidFill>
                  <a:srgbClr val="FFFFFF"/>
                </a:solidFill>
              </a:rPr>
              <a:t>In our micro – mouse, we used stepper motors due to them being precise, but the downside to </a:t>
            </a:r>
            <a:r>
              <a:rPr lang="en-US" err="1">
                <a:solidFill>
                  <a:srgbClr val="FFFFFF"/>
                </a:solidFill>
              </a:rPr>
              <a:t>thisis</a:t>
            </a:r>
            <a:r>
              <a:rPr lang="en-US">
                <a:solidFill>
                  <a:srgbClr val="FFFFFF"/>
                </a:solidFill>
              </a:rPr>
              <a:t> that they are not energy efficient; stepper motors will draw current continuously even when </a:t>
            </a:r>
            <a:r>
              <a:rPr lang="en-US" err="1">
                <a:solidFill>
                  <a:srgbClr val="FFFFFF"/>
                </a:solidFill>
              </a:rPr>
              <a:t>notmoving</a:t>
            </a:r>
            <a:r>
              <a:rPr lang="en-US">
                <a:solidFill>
                  <a:srgbClr val="FFFFFF"/>
                </a:solidFill>
              </a:rPr>
              <a:t>. This means wasted energy on the batteries and may cause the batteries to </a:t>
            </a:r>
            <a:r>
              <a:rPr lang="en-US" err="1">
                <a:solidFill>
                  <a:srgbClr val="FFFFFF"/>
                </a:solidFill>
              </a:rPr>
              <a:t>needreplacement</a:t>
            </a:r>
            <a:r>
              <a:rPr lang="en-US">
                <a:solidFill>
                  <a:srgbClr val="FFFFFF"/>
                </a:solidFill>
              </a:rPr>
              <a:t>. </a:t>
            </a:r>
            <a:endParaRPr lang="en-US">
              <a:solidFill>
                <a:srgbClr val="FFFFFF"/>
              </a:solidFill>
              <a:ea typeface="Calibri"/>
              <a:cs typeface="Calibri"/>
            </a:endParaRPr>
          </a:p>
          <a:p>
            <a:pPr marL="285750" indent="-285750">
              <a:spcAft>
                <a:spcPts val="1000"/>
              </a:spcAft>
              <a:buFont typeface="Arial"/>
              <a:buChar char="•"/>
            </a:pPr>
            <a:r>
              <a:rPr lang="en-US">
                <a:solidFill>
                  <a:srgbClr val="FFFFFF"/>
                </a:solidFill>
              </a:rPr>
              <a:t>Many of our components are still reusable, such as the ultrasonic sensor, motor driver IC, </a:t>
            </a:r>
            <a:r>
              <a:rPr lang="en-US" err="1">
                <a:solidFill>
                  <a:srgbClr val="FFFFFF"/>
                </a:solidFill>
              </a:rPr>
              <a:t>andMBED</a:t>
            </a:r>
            <a:r>
              <a:rPr lang="en-US">
                <a:solidFill>
                  <a:srgbClr val="FFFFFF"/>
                </a:solidFill>
              </a:rPr>
              <a:t> board chassis and stepper motors. These can all be used again in the creation of a </a:t>
            </a:r>
            <a:r>
              <a:rPr lang="en-US" err="1">
                <a:solidFill>
                  <a:srgbClr val="FFFFFF"/>
                </a:solidFill>
              </a:rPr>
              <a:t>newmicro</a:t>
            </a:r>
            <a:r>
              <a:rPr lang="en-US">
                <a:solidFill>
                  <a:srgbClr val="FFFFFF"/>
                </a:solidFill>
              </a:rPr>
              <a:t>-mouse. </a:t>
            </a:r>
            <a:endParaRPr lang="en-US">
              <a:solidFill>
                <a:srgbClr val="FFFFFF"/>
              </a:solidFill>
              <a:ea typeface="Calibri"/>
              <a:cs typeface="Calibri"/>
            </a:endParaRPr>
          </a:p>
          <a:p>
            <a:endParaRPr lang="en-GB">
              <a:solidFill>
                <a:srgbClr val="FFFFFF"/>
              </a:solidFill>
            </a:endParaRPr>
          </a:p>
          <a:p>
            <a:endParaRPr lang="en-US">
              <a:ea typeface="Calibri"/>
              <a:cs typeface="Calibri"/>
            </a:endParaRPr>
          </a:p>
        </p:txBody>
      </p:sp>
      <p:sp>
        <p:nvSpPr>
          <p:cNvPr id="4" name="Slide Number Placeholder 3"/>
          <p:cNvSpPr>
            <a:spLocks noGrp="1"/>
          </p:cNvSpPr>
          <p:nvPr>
            <p:ph type="sldNum" sz="quarter" idx="5"/>
          </p:nvPr>
        </p:nvSpPr>
        <p:spPr/>
        <p:txBody>
          <a:bodyPr/>
          <a:lstStyle/>
          <a:p>
            <a:fld id="{8AF628CC-C2F6-4AA4-B30F-03F95CCBC4CF}" type="slidenum">
              <a:t>9</a:t>
            </a:fld>
            <a:endParaRPr lang="en-US"/>
          </a:p>
        </p:txBody>
      </p:sp>
    </p:spTree>
    <p:extLst>
      <p:ext uri="{BB962C8B-B14F-4D97-AF65-F5344CB8AC3E}">
        <p14:creationId xmlns:p14="http://schemas.microsoft.com/office/powerpoint/2010/main" val="309389291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r>
              <a:rPr lang="en-US">
                <a:ea typeface="Calibri"/>
                <a:cs typeface="Calibri"/>
              </a:rPr>
              <a:t>Research – component selection, design decisions</a:t>
            </a:r>
          </a:p>
          <a:p>
            <a:pPr marL="228600" indent="-228600">
              <a:buAutoNum type="arabicPeriod"/>
            </a:pPr>
            <a:r>
              <a:rPr lang="en-US">
                <a:ea typeface="Calibri"/>
                <a:cs typeface="Calibri"/>
              </a:rPr>
              <a:t>Tasks needed - Task allocation</a:t>
            </a:r>
          </a:p>
          <a:p>
            <a:pPr marL="228600" indent="-228600">
              <a:buAutoNum type="arabicPeriod"/>
            </a:pPr>
            <a:r>
              <a:rPr lang="en-US">
                <a:ea typeface="Calibri"/>
                <a:cs typeface="Calibri"/>
              </a:rPr>
              <a:t>Task execution - unit testing</a:t>
            </a:r>
          </a:p>
          <a:p>
            <a:pPr marL="228600" indent="-228600">
              <a:buAutoNum type="arabicPeriod"/>
            </a:pPr>
            <a:r>
              <a:rPr lang="en-US">
                <a:ea typeface="Calibri"/>
                <a:cs typeface="Calibri"/>
              </a:rPr>
              <a:t>System integration – assembly of hardware, assembly of code for different functions</a:t>
            </a:r>
          </a:p>
          <a:p>
            <a:pPr marL="228600" indent="-228600">
              <a:buAutoNum type="arabicPeriod"/>
            </a:pPr>
            <a:r>
              <a:rPr lang="en-US">
                <a:ea typeface="Calibri"/>
                <a:cs typeface="Calibri"/>
              </a:rPr>
              <a:t>Testing - </a:t>
            </a:r>
            <a:r>
              <a:rPr lang="en-US"/>
              <a:t>debugging</a:t>
            </a:r>
          </a:p>
          <a:p>
            <a:pPr marL="228600" indent="-228600">
              <a:buAutoNum type="arabicPeriod"/>
            </a:pPr>
            <a:r>
              <a:rPr lang="en-US">
                <a:ea typeface="Calibri"/>
                <a:cs typeface="Calibri"/>
              </a:rPr>
              <a:t>Final product - demo</a:t>
            </a:r>
          </a:p>
        </p:txBody>
      </p:sp>
      <p:sp>
        <p:nvSpPr>
          <p:cNvPr id="4" name="Slide Number Placeholder 3"/>
          <p:cNvSpPr>
            <a:spLocks noGrp="1"/>
          </p:cNvSpPr>
          <p:nvPr>
            <p:ph type="sldNum" sz="quarter" idx="5"/>
          </p:nvPr>
        </p:nvSpPr>
        <p:spPr/>
        <p:txBody>
          <a:bodyPr/>
          <a:lstStyle/>
          <a:p>
            <a:fld id="{8AF628CC-C2F6-4AA4-B30F-03F95CCBC4CF}" type="slidenum">
              <a:t>12</a:t>
            </a:fld>
            <a:endParaRPr lang="en-US"/>
          </a:p>
        </p:txBody>
      </p:sp>
    </p:spTree>
    <p:extLst>
      <p:ext uri="{BB962C8B-B14F-4D97-AF65-F5344CB8AC3E}">
        <p14:creationId xmlns:p14="http://schemas.microsoft.com/office/powerpoint/2010/main" val="147561081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err="1">
                <a:ea typeface="Calibri"/>
                <a:cs typeface="Calibri"/>
              </a:rPr>
              <a:t>Acheivements</a:t>
            </a:r>
            <a:r>
              <a:rPr lang="en-US">
                <a:ea typeface="Calibri"/>
                <a:cs typeface="Calibri"/>
              </a:rPr>
              <a:t> – overall completion %</a:t>
            </a:r>
          </a:p>
          <a:p>
            <a:r>
              <a:rPr lang="en-US">
                <a:ea typeface="Calibri"/>
                <a:cs typeface="Calibri"/>
              </a:rPr>
              <a:t>Future work – heat issue, different way to ?</a:t>
            </a:r>
          </a:p>
        </p:txBody>
      </p:sp>
      <p:sp>
        <p:nvSpPr>
          <p:cNvPr id="4" name="Slide Number Placeholder 3"/>
          <p:cNvSpPr>
            <a:spLocks noGrp="1"/>
          </p:cNvSpPr>
          <p:nvPr>
            <p:ph type="sldNum" sz="quarter" idx="5"/>
          </p:nvPr>
        </p:nvSpPr>
        <p:spPr/>
        <p:txBody>
          <a:bodyPr/>
          <a:lstStyle/>
          <a:p>
            <a:fld id="{8AF628CC-C2F6-4AA4-B30F-03F95CCBC4CF}" type="slidenum">
              <a:t>23</a:t>
            </a:fld>
            <a:endParaRPr lang="en-US"/>
          </a:p>
        </p:txBody>
      </p:sp>
    </p:spTree>
    <p:extLst>
      <p:ext uri="{BB962C8B-B14F-4D97-AF65-F5344CB8AC3E}">
        <p14:creationId xmlns:p14="http://schemas.microsoft.com/office/powerpoint/2010/main" val="330992841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Ref idx="1003">
        <a:schemeClr val="bg2"/>
      </p:bgRef>
    </p:bg>
    <p:spTree>
      <p:nvGrpSpPr>
        <p:cNvPr id="1" name=""/>
        <p:cNvGrpSpPr/>
        <p:nvPr/>
      </p:nvGrpSpPr>
      <p:grpSpPr>
        <a:xfrm>
          <a:off x="0" y="0"/>
          <a:ext cx="0" cy="0"/>
          <a:chOff x="0" y="0"/>
          <a:chExt cx="0" cy="0"/>
        </a:xfrm>
      </p:grpSpPr>
      <p:pic>
        <p:nvPicPr>
          <p:cNvPr id="7" name="Picture 6" descr="Celestia-R1---OverlayTitle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ctrTitle"/>
          </p:nvPr>
        </p:nvSpPr>
        <p:spPr>
          <a:xfrm>
            <a:off x="3962399" y="1964267"/>
            <a:ext cx="7197726" cy="2421464"/>
          </a:xfrm>
        </p:spPr>
        <p:txBody>
          <a:bodyPr anchor="b">
            <a:normAutofit/>
          </a:bodyPr>
          <a:lstStyle>
            <a:lvl1pPr algn="r">
              <a:defRPr sz="4800">
                <a:effectLst/>
              </a:defRPr>
            </a:lvl1pPr>
          </a:lstStyle>
          <a:p>
            <a:r>
              <a:rPr lang="en-US"/>
              <a:t>Click to edit Master title style</a:t>
            </a:r>
          </a:p>
        </p:txBody>
      </p:sp>
      <p:sp>
        <p:nvSpPr>
          <p:cNvPr id="3" name="Subtitle 2"/>
          <p:cNvSpPr>
            <a:spLocks noGrp="1"/>
          </p:cNvSpPr>
          <p:nvPr>
            <p:ph type="subTitle" idx="1"/>
          </p:nvPr>
        </p:nvSpPr>
        <p:spPr>
          <a:xfrm>
            <a:off x="3962399" y="4385732"/>
            <a:ext cx="7197726" cy="1405467"/>
          </a:xfrm>
        </p:spPr>
        <p:txBody>
          <a:bodyPr anchor="t">
            <a:normAutofit/>
          </a:bodyPr>
          <a:lstStyle>
            <a:lvl1pPr marL="0" indent="0" algn="r">
              <a:buNone/>
              <a:defRPr sz="1800" cap="all">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a:xfrm>
            <a:off x="8932558" y="5870575"/>
            <a:ext cx="1600200" cy="377825"/>
          </a:xfrm>
        </p:spPr>
        <p:txBody>
          <a:bodyPr/>
          <a:lstStyle/>
          <a:p>
            <a:fld id="{B61BEF0D-F0BB-DE4B-95CE-6DB70DBA9567}" type="datetimeFigureOut">
              <a:rPr lang="en-US" dirty="0"/>
              <a:pPr/>
              <a:t>4/30/2026</a:t>
            </a:fld>
            <a:endParaRPr lang="en-US"/>
          </a:p>
        </p:txBody>
      </p:sp>
      <p:sp>
        <p:nvSpPr>
          <p:cNvPr id="5" name="Footer Placeholder 4"/>
          <p:cNvSpPr>
            <a:spLocks noGrp="1"/>
          </p:cNvSpPr>
          <p:nvPr>
            <p:ph type="ftr" sz="quarter" idx="11"/>
          </p:nvPr>
        </p:nvSpPr>
        <p:spPr>
          <a:xfrm>
            <a:off x="3962399" y="5870575"/>
            <a:ext cx="4893958" cy="377825"/>
          </a:xfrm>
        </p:spPr>
        <p:txBody>
          <a:bodyPr/>
          <a:lstStyle/>
          <a:p>
            <a:endParaRPr lang="en-US"/>
          </a:p>
        </p:txBody>
      </p:sp>
      <p:sp>
        <p:nvSpPr>
          <p:cNvPr id="6" name="Slide Number Placeholder 5"/>
          <p:cNvSpPr>
            <a:spLocks noGrp="1"/>
          </p:cNvSpPr>
          <p:nvPr>
            <p:ph type="sldNum" sz="quarter" idx="12"/>
          </p:nvPr>
        </p:nvSpPr>
        <p:spPr>
          <a:xfrm>
            <a:off x="10608958" y="5870575"/>
            <a:ext cx="551167" cy="377825"/>
          </a:xfrm>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656459306"/>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61BEF0D-F0BB-DE4B-95CE-6DB70DBA9567}" type="datetimeFigureOut">
              <a:rPr lang="en-US" dirty="0"/>
              <a:pPr/>
              <a:t>4/30/2026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186094874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3308581"/>
            <a:ext cx="10131427" cy="1468800"/>
          </a:xfrm>
        </p:spPr>
        <p:txBody>
          <a:bodyPr anchor="b"/>
          <a:lstStyle>
            <a:lvl1pPr algn="l">
              <a:defRPr sz="4000" b="0" cap="all"/>
            </a:lvl1pPr>
          </a:lstStyle>
          <a:p>
            <a:r>
              <a:rPr lang="en-US"/>
              <a:t>Click to edit Master title style</a:t>
            </a:r>
          </a:p>
        </p:txBody>
      </p:sp>
      <p:sp>
        <p:nvSpPr>
          <p:cNvPr id="3" name="Text Placeholder 2"/>
          <p:cNvSpPr>
            <a:spLocks noGrp="1"/>
          </p:cNvSpPr>
          <p:nvPr>
            <p:ph type="body" idx="1"/>
          </p:nvPr>
        </p:nvSpPr>
        <p:spPr>
          <a:xfrm>
            <a:off x="685799" y="4777381"/>
            <a:ext cx="10131428" cy="860400"/>
          </a:xfrm>
        </p:spPr>
        <p:txBody>
          <a:bodyPr anchor="t">
            <a:normAutofit/>
          </a:bodyPr>
          <a:lstStyle>
            <a:lvl1pPr marL="0" indent="0" algn="l">
              <a:buNone/>
              <a:defRPr sz="2000" cap="all">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4/30/2026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400379754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85802" y="2142067"/>
            <a:ext cx="4995334" cy="3649134"/>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5821895" y="2142067"/>
            <a:ext cx="4995332" cy="3649133"/>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B61BEF0D-F0BB-DE4B-95CE-6DB70DBA9567}" type="datetimeFigureOut">
              <a:rPr lang="en-US" dirty="0"/>
              <a:pPr/>
              <a:t>4/30/2026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199765214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hasCustomPrompt="1"/>
          </p:nvPr>
        </p:nvSpPr>
        <p:spPr>
          <a:xfrm>
            <a:off x="973670" y="2218267"/>
            <a:ext cx="4709054"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85801" y="2870201"/>
            <a:ext cx="4996923" cy="2920998"/>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hasCustomPrompt="1"/>
          </p:nvPr>
        </p:nvSpPr>
        <p:spPr>
          <a:xfrm>
            <a:off x="6096003" y="2226734"/>
            <a:ext cx="4722813"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823483" y="2870201"/>
            <a:ext cx="4995334" cy="2920998"/>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B61BEF0D-F0BB-DE4B-95CE-6DB70DBA9567}" type="datetimeFigureOut">
              <a:rPr lang="en-US" dirty="0"/>
              <a:pPr/>
              <a:t>4/30/2026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368402392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6" name="Picture 5"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B61BEF0D-F0BB-DE4B-95CE-6DB70DBA9567}" type="datetimeFigureOut">
              <a:rPr lang="en-US" dirty="0"/>
              <a:pPr/>
              <a:t>4/30/2026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124204136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5" name="Picture 4"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Date Placeholder 1"/>
          <p:cNvSpPr>
            <a:spLocks noGrp="1"/>
          </p:cNvSpPr>
          <p:nvPr>
            <p:ph type="dt" sz="half" idx="10"/>
          </p:nvPr>
        </p:nvSpPr>
        <p:spPr/>
        <p:txBody>
          <a:bodyPr/>
          <a:lstStyle/>
          <a:p>
            <a:fld id="{B61BEF0D-F0BB-DE4B-95CE-6DB70DBA9567}" type="datetimeFigureOut">
              <a:rPr lang="en-US" dirty="0"/>
              <a:pPr/>
              <a:t>4/30/2026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7099326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2074333"/>
            <a:ext cx="3680885" cy="1371600"/>
          </a:xfrm>
        </p:spPr>
        <p:txBody>
          <a:bodyPr anchor="b">
            <a:normAutofit/>
          </a:bodyPr>
          <a:lstStyle>
            <a:lvl1pPr algn="l">
              <a:defRPr sz="2400" b="0"/>
            </a:lvl1pPr>
          </a:lstStyle>
          <a:p>
            <a:r>
              <a:rPr lang="en-US"/>
              <a:t>Click to edit Master title style</a:t>
            </a:r>
          </a:p>
        </p:txBody>
      </p:sp>
      <p:sp>
        <p:nvSpPr>
          <p:cNvPr id="3" name="Content Placeholder 2"/>
          <p:cNvSpPr>
            <a:spLocks noGrp="1"/>
          </p:cNvSpPr>
          <p:nvPr>
            <p:ph idx="1"/>
          </p:nvPr>
        </p:nvSpPr>
        <p:spPr>
          <a:xfrm>
            <a:off x="4648201" y="609601"/>
            <a:ext cx="6169026" cy="51816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85800" y="3445933"/>
            <a:ext cx="3680885" cy="1828800"/>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4/30/2026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230026776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1600200"/>
            <a:ext cx="6164653" cy="1371600"/>
          </a:xfrm>
        </p:spPr>
        <p:txBody>
          <a:bodyPr anchor="b">
            <a:normAutofit/>
          </a:bodyPr>
          <a:lstStyle>
            <a:lvl1pPr algn="l">
              <a:defRPr sz="2800" b="0"/>
            </a:lvl1pPr>
          </a:lstStyle>
          <a:p>
            <a:r>
              <a:rPr lang="en-US"/>
              <a:t>Click to edit Master title style</a:t>
            </a:r>
          </a:p>
        </p:txBody>
      </p:sp>
      <p:sp>
        <p:nvSpPr>
          <p:cNvPr id="14" name="Picture Placeholder 2"/>
          <p:cNvSpPr>
            <a:spLocks noGrp="1" noChangeAspect="1"/>
          </p:cNvSpPr>
          <p:nvPr>
            <p:ph type="pic" idx="1"/>
          </p:nvPr>
        </p:nvSpPr>
        <p:spPr>
          <a:xfrm>
            <a:off x="7536253" y="914400"/>
            <a:ext cx="3280974" cy="4572000"/>
          </a:xfrm>
          <a:prstGeom prst="roundRect">
            <a:avLst>
              <a:gd name="adj" fmla="val 4280"/>
            </a:avLst>
          </a:pr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endParaRPr lang="en-US"/>
          </a:p>
        </p:txBody>
      </p:sp>
      <p:sp>
        <p:nvSpPr>
          <p:cNvPr id="4" name="Text Placeholder 3"/>
          <p:cNvSpPr>
            <a:spLocks noGrp="1"/>
          </p:cNvSpPr>
          <p:nvPr>
            <p:ph type="body" sz="half" idx="2"/>
          </p:nvPr>
        </p:nvSpPr>
        <p:spPr>
          <a:xfrm>
            <a:off x="685800" y="2971800"/>
            <a:ext cx="6164653" cy="1828800"/>
          </a:xfrm>
        </p:spPr>
        <p:txBody>
          <a:bodyPr anchor="t">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4/30/2026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82318295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4732865"/>
            <a:ext cx="10131427" cy="566738"/>
          </a:xfrm>
        </p:spPr>
        <p:txBody>
          <a:bodyPr anchor="b">
            <a:normAutofit/>
          </a:bodyPr>
          <a:lstStyle>
            <a:lvl1pPr algn="l">
              <a:defRPr sz="2400" b="0"/>
            </a:lvl1pPr>
          </a:lstStyle>
          <a:p>
            <a:r>
              <a:rPr lang="en-US"/>
              <a:t>Click to edit Master title style</a:t>
            </a:r>
          </a:p>
        </p:txBody>
      </p:sp>
      <p:sp>
        <p:nvSpPr>
          <p:cNvPr id="3" name="Picture Placeholder 2"/>
          <p:cNvSpPr>
            <a:spLocks noGrp="1" noChangeAspect="1"/>
          </p:cNvSpPr>
          <p:nvPr>
            <p:ph type="pic" idx="1"/>
          </p:nvPr>
        </p:nvSpPr>
        <p:spPr>
          <a:xfrm>
            <a:off x="1371600" y="932112"/>
            <a:ext cx="8759827" cy="3164976"/>
          </a:xfrm>
          <a:prstGeom prst="roundRect">
            <a:avLst>
              <a:gd name="adj" fmla="val 4380"/>
            </a:avLst>
          </a:pr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endParaRPr lang="en-US"/>
          </a:p>
        </p:txBody>
      </p:sp>
      <p:sp>
        <p:nvSpPr>
          <p:cNvPr id="4" name="Text Placeholder 3"/>
          <p:cNvSpPr>
            <a:spLocks noGrp="1"/>
          </p:cNvSpPr>
          <p:nvPr>
            <p:ph type="body" sz="half" idx="2"/>
          </p:nvPr>
        </p:nvSpPr>
        <p:spPr>
          <a:xfrm>
            <a:off x="685800" y="5299603"/>
            <a:ext cx="10131427" cy="49371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4/30/2026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102780132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1" y="609601"/>
            <a:ext cx="10131427" cy="3124199"/>
          </a:xfrm>
        </p:spPr>
        <p:txBody>
          <a:bodyPr anchor="ctr">
            <a:normAutofit/>
          </a:bodyPr>
          <a:lstStyle>
            <a:lvl1pPr algn="l">
              <a:defRPr sz="3200" b="0" cap="none"/>
            </a:lvl1pPr>
          </a:lstStyle>
          <a:p>
            <a:r>
              <a:rPr lang="en-US"/>
              <a:t>Click to edit Master title style</a:t>
            </a:r>
          </a:p>
        </p:txBody>
      </p:sp>
      <p:sp>
        <p:nvSpPr>
          <p:cNvPr id="3" name="Text Placeholder 2"/>
          <p:cNvSpPr>
            <a:spLocks noGrp="1"/>
          </p:cNvSpPr>
          <p:nvPr>
            <p:ph type="body" idx="1"/>
          </p:nvPr>
        </p:nvSpPr>
        <p:spPr>
          <a:xfrm>
            <a:off x="685800" y="4343400"/>
            <a:ext cx="10131428" cy="1447800"/>
          </a:xfrm>
        </p:spPr>
        <p:txBody>
          <a:bodyPr anchor="ctr">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4/30/2026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19762157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pic>
        <p:nvPicPr>
          <p:cNvPr id="16" name="Picture 15"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15" name="TextBox 14"/>
          <p:cNvSpPr txBox="1"/>
          <p:nvPr/>
        </p:nvSpPr>
        <p:spPr>
          <a:xfrm>
            <a:off x="10237867"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a:solidFill>
                  <a:schemeClr val="tx1"/>
                </a:solidFill>
                <a:effectLst/>
              </a:rPr>
              <a:t>”</a:t>
            </a:r>
          </a:p>
        </p:txBody>
      </p:sp>
      <p:sp>
        <p:nvSpPr>
          <p:cNvPr id="11" name="TextBox 10"/>
          <p:cNvSpPr txBox="1"/>
          <p:nvPr/>
        </p:nvSpPr>
        <p:spPr>
          <a:xfrm>
            <a:off x="488275" y="823337"/>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a:solidFill>
                  <a:schemeClr val="tx1"/>
                </a:solidFill>
                <a:effectLst/>
              </a:rPr>
              <a:t>“</a:t>
            </a:r>
          </a:p>
        </p:txBody>
      </p:sp>
      <p:sp>
        <p:nvSpPr>
          <p:cNvPr id="2" name="Title 1"/>
          <p:cNvSpPr>
            <a:spLocks noGrp="1"/>
          </p:cNvSpPr>
          <p:nvPr>
            <p:ph type="title"/>
          </p:nvPr>
        </p:nvSpPr>
        <p:spPr>
          <a:xfrm>
            <a:off x="992267" y="609601"/>
            <a:ext cx="9550399" cy="2743199"/>
          </a:xfrm>
        </p:spPr>
        <p:txBody>
          <a:bodyPr anchor="ctr">
            <a:normAutofit/>
          </a:bodyPr>
          <a:lstStyle>
            <a:lvl1pPr algn="l">
              <a:defRPr sz="3200" b="0" cap="none">
                <a:solidFill>
                  <a:schemeClr val="tx1"/>
                </a:solidFill>
              </a:defRPr>
            </a:lvl1pPr>
          </a:lstStyle>
          <a:p>
            <a:r>
              <a:rPr lang="en-US"/>
              <a:t>Click to edit Master title style</a:t>
            </a:r>
          </a:p>
        </p:txBody>
      </p:sp>
      <p:sp>
        <p:nvSpPr>
          <p:cNvPr id="10" name="Text Placeholder 9"/>
          <p:cNvSpPr>
            <a:spLocks noGrp="1"/>
          </p:cNvSpPr>
          <p:nvPr>
            <p:ph type="body" sz="quarter" idx="13"/>
          </p:nvPr>
        </p:nvSpPr>
        <p:spPr>
          <a:xfrm>
            <a:off x="1097875" y="3352800"/>
            <a:ext cx="9339184" cy="381000"/>
          </a:xfrm>
        </p:spPr>
        <p:txBody>
          <a:bodyPr anchor="ctr"/>
          <a:lstStyle>
            <a:lvl1pPr marL="0" indent="0">
              <a:buFontTx/>
              <a:buNone/>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87465" y="4343400"/>
            <a:ext cx="10152367" cy="1447800"/>
          </a:xfrm>
        </p:spPr>
        <p:txBody>
          <a:bodyPr anchor="ctr">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4/30/2026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260500059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2" y="3308581"/>
            <a:ext cx="10131425" cy="1468800"/>
          </a:xfrm>
        </p:spPr>
        <p:txBody>
          <a:bodyPr anchor="b">
            <a:normAutofit/>
          </a:bodyPr>
          <a:lstStyle>
            <a:lvl1pPr algn="l">
              <a:defRPr sz="3200" b="0" cap="none"/>
            </a:lvl1pPr>
          </a:lstStyle>
          <a:p>
            <a:r>
              <a:rPr lang="en-US"/>
              <a:t>Click to edit Master title style</a:t>
            </a:r>
          </a:p>
        </p:txBody>
      </p:sp>
      <p:sp>
        <p:nvSpPr>
          <p:cNvPr id="3" name="Text Placeholder 2"/>
          <p:cNvSpPr>
            <a:spLocks noGrp="1"/>
          </p:cNvSpPr>
          <p:nvPr>
            <p:ph type="body" idx="1"/>
          </p:nvPr>
        </p:nvSpPr>
        <p:spPr>
          <a:xfrm>
            <a:off x="685801" y="4777381"/>
            <a:ext cx="10131426"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4/30/2026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359899631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pic>
        <p:nvPicPr>
          <p:cNvPr id="11" name="Picture 10"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13" name="TextBox 12"/>
          <p:cNvSpPr txBox="1"/>
          <p:nvPr/>
        </p:nvSpPr>
        <p:spPr>
          <a:xfrm>
            <a:off x="10237867"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a:solidFill>
                  <a:schemeClr val="tx1"/>
                </a:solidFill>
                <a:effectLst/>
              </a:rPr>
              <a:t>”</a:t>
            </a:r>
          </a:p>
        </p:txBody>
      </p:sp>
      <p:sp>
        <p:nvSpPr>
          <p:cNvPr id="14" name="TextBox 13"/>
          <p:cNvSpPr txBox="1"/>
          <p:nvPr/>
        </p:nvSpPr>
        <p:spPr>
          <a:xfrm>
            <a:off x="488275" y="823337"/>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a:solidFill>
                  <a:schemeClr val="tx1"/>
                </a:solidFill>
                <a:effectLst/>
              </a:rPr>
              <a:t>“</a:t>
            </a:r>
          </a:p>
        </p:txBody>
      </p:sp>
      <p:sp>
        <p:nvSpPr>
          <p:cNvPr id="16" name="Title 1"/>
          <p:cNvSpPr>
            <a:spLocks noGrp="1"/>
          </p:cNvSpPr>
          <p:nvPr>
            <p:ph type="title"/>
          </p:nvPr>
        </p:nvSpPr>
        <p:spPr>
          <a:xfrm>
            <a:off x="992267" y="609601"/>
            <a:ext cx="9550399" cy="2743199"/>
          </a:xfrm>
        </p:spPr>
        <p:txBody>
          <a:bodyPr anchor="ctr">
            <a:normAutofit/>
          </a:bodyPr>
          <a:lstStyle>
            <a:lvl1pPr algn="l">
              <a:defRPr sz="3200" b="0" cap="none">
                <a:solidFill>
                  <a:schemeClr val="tx1"/>
                </a:solidFill>
              </a:defRPr>
            </a:lvl1pPr>
          </a:lstStyle>
          <a:p>
            <a:r>
              <a:rPr lang="en-US"/>
              <a:t>Click to edit Master title style</a:t>
            </a:r>
          </a:p>
        </p:txBody>
      </p:sp>
      <p:sp>
        <p:nvSpPr>
          <p:cNvPr id="10" name="Text Placeholder 9"/>
          <p:cNvSpPr>
            <a:spLocks noGrp="1"/>
          </p:cNvSpPr>
          <p:nvPr>
            <p:ph type="body" sz="quarter" idx="13"/>
          </p:nvPr>
        </p:nvSpPr>
        <p:spPr>
          <a:xfrm>
            <a:off x="685800" y="3886200"/>
            <a:ext cx="10135436" cy="889000"/>
          </a:xfrm>
        </p:spPr>
        <p:txBody>
          <a:bodyPr vert="horz" lIns="91440" tIns="45720" rIns="91440" bIns="45720" rtlCol="0" anchor="b">
            <a:normAutofit/>
          </a:bodyPr>
          <a:lstStyle>
            <a:lvl1pPr>
              <a:buNone/>
              <a:defRPr lang="en-US" sz="24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685799" y="4775200"/>
            <a:ext cx="10135436" cy="10160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4/30/2026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356731978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1" y="609601"/>
            <a:ext cx="10131427" cy="2743199"/>
          </a:xfrm>
        </p:spPr>
        <p:txBody>
          <a:bodyPr vert="horz" lIns="91440" tIns="45720" rIns="91440" bIns="45720" rtlCol="0" anchor="ctr">
            <a:normAutofit/>
          </a:bodyPr>
          <a:lstStyle>
            <a:lvl1pPr>
              <a:defRPr lang="en-US" b="0" dirty="0"/>
            </a:lvl1pPr>
          </a:lstStyle>
          <a:p>
            <a:pPr marL="0" lvl="0"/>
            <a:r>
              <a:rPr lang="en-US"/>
              <a:t>Click to edit Master title style</a:t>
            </a:r>
          </a:p>
        </p:txBody>
      </p:sp>
      <p:sp>
        <p:nvSpPr>
          <p:cNvPr id="10" name="Text Placeholder 9"/>
          <p:cNvSpPr>
            <a:spLocks noGrp="1"/>
          </p:cNvSpPr>
          <p:nvPr>
            <p:ph type="body" sz="quarter" idx="13"/>
          </p:nvPr>
        </p:nvSpPr>
        <p:spPr>
          <a:xfrm>
            <a:off x="685801" y="3505200"/>
            <a:ext cx="10131428" cy="838200"/>
          </a:xfrm>
        </p:spPr>
        <p:txBody>
          <a:bodyPr vert="horz" lIns="91440" tIns="45720" rIns="91440" bIns="45720" rtlCol="0" anchor="b">
            <a:normAutofit/>
          </a:bodyPr>
          <a:lstStyle>
            <a:lvl1pPr>
              <a:buNone/>
              <a:defRPr lang="en-US" sz="28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685800" y="4343400"/>
            <a:ext cx="10131428" cy="14478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4/30/2026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34775109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61BEF0D-F0BB-DE4B-95CE-6DB70DBA9567}" type="datetimeFigureOut">
              <a:rPr lang="en-US" dirty="0"/>
              <a:pPr/>
              <a:t>4/30/2026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a:p>
        </p:txBody>
      </p:sp>
      <p:sp>
        <p:nvSpPr>
          <p:cNvPr id="8" name="Title 1"/>
          <p:cNvSpPr>
            <a:spLocks noGrp="1"/>
          </p:cNvSpPr>
          <p:nvPr>
            <p:ph type="title"/>
          </p:nvPr>
        </p:nvSpPr>
        <p:spPr>
          <a:xfrm>
            <a:off x="685801" y="609600"/>
            <a:ext cx="10131425" cy="1456267"/>
          </a:xfrm>
        </p:spPr>
        <p:txBody>
          <a:bodyPr/>
          <a:lstStyle/>
          <a:p>
            <a:r>
              <a:rPr lang="en-US"/>
              <a:t>Click to edit Master title style</a:t>
            </a:r>
          </a:p>
        </p:txBody>
      </p:sp>
    </p:spTree>
    <p:extLst>
      <p:ext uri="{BB962C8B-B14F-4D97-AF65-F5344CB8AC3E}">
        <p14:creationId xmlns:p14="http://schemas.microsoft.com/office/powerpoint/2010/main" val="353359744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Vertical Title 1"/>
          <p:cNvSpPr>
            <a:spLocks noGrp="1"/>
          </p:cNvSpPr>
          <p:nvPr>
            <p:ph type="title" orient="vert"/>
          </p:nvPr>
        </p:nvSpPr>
        <p:spPr>
          <a:xfrm>
            <a:off x="8658675" y="609599"/>
            <a:ext cx="2158552" cy="5181601"/>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85800" y="609600"/>
            <a:ext cx="7832116" cy="518160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61BEF0D-F0BB-DE4B-95CE-6DB70DBA9567}" type="datetimeFigureOut">
              <a:rPr lang="en-US" dirty="0"/>
              <a:pPr/>
              <a:t>4/30/2026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45695311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85801" y="609600"/>
            <a:ext cx="10131425" cy="1456267"/>
          </a:xfrm>
          <a:prstGeom prst="rect">
            <a:avLst/>
          </a:prstGeom>
          <a:effectLst/>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85801" y="2142067"/>
            <a:ext cx="10131425" cy="3649133"/>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589660" y="5870575"/>
            <a:ext cx="1600200" cy="3778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B61BEF0D-F0BB-DE4B-95CE-6DB70DBA9567}" type="datetimeFigureOut">
              <a:rPr lang="en-US" dirty="0"/>
              <a:pPr/>
              <a:t>4/30/2026</a:t>
            </a:fld>
            <a:endParaRPr lang="en-US"/>
          </a:p>
        </p:txBody>
      </p:sp>
      <p:sp>
        <p:nvSpPr>
          <p:cNvPr id="5" name="Footer Placeholder 4"/>
          <p:cNvSpPr>
            <a:spLocks noGrp="1"/>
          </p:cNvSpPr>
          <p:nvPr>
            <p:ph type="ftr" sz="quarter" idx="3"/>
          </p:nvPr>
        </p:nvSpPr>
        <p:spPr>
          <a:xfrm>
            <a:off x="685800" y="5870575"/>
            <a:ext cx="7827659" cy="377825"/>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a:p>
        </p:txBody>
      </p:sp>
      <p:sp>
        <p:nvSpPr>
          <p:cNvPr id="6" name="Slide Number Placeholder 5"/>
          <p:cNvSpPr>
            <a:spLocks noGrp="1"/>
          </p:cNvSpPr>
          <p:nvPr>
            <p:ph type="sldNum" sz="quarter" idx="4"/>
          </p:nvPr>
        </p:nvSpPr>
        <p:spPr>
          <a:xfrm>
            <a:off x="10266060" y="5870575"/>
            <a:ext cx="551167" cy="3778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D57F1E4F-1CFF-5643-939E-217C01CDF565}" type="slidenum">
              <a:rPr lang="en-US" dirty="0"/>
              <a:pPr/>
              <a:t>‹#›</a:t>
            </a:fld>
            <a:endParaRPr lang="en-US"/>
          </a:p>
        </p:txBody>
      </p:sp>
    </p:spTree>
    <p:extLst>
      <p:ext uri="{BB962C8B-B14F-4D97-AF65-F5344CB8AC3E}">
        <p14:creationId xmlns:p14="http://schemas.microsoft.com/office/powerpoint/2010/main" val="405475989"/>
      </p:ext>
    </p:extLst>
  </p:cSld>
  <p:clrMap bg1="dk1" tx1="lt1" bg2="dk2" tx2="lt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 id="2147483685" r:id="rId13"/>
    <p:sldLayoutId id="2147483686" r:id="rId14"/>
    <p:sldLayoutId id="2147483687" r:id="rId15"/>
    <p:sldLayoutId id="2147483688" r:id="rId16"/>
    <p:sldLayoutId id="2147483689" r:id="rId17"/>
  </p:sldLayoutIdLst>
  <p:txStyles>
    <p:titleStyle>
      <a:lvl1pPr algn="l" defTabSz="457200" rtl="0" eaLnBrk="1" latinLnBrk="0" hangingPunct="1">
        <a:spcBef>
          <a:spcPct val="0"/>
        </a:spcBef>
        <a:buNone/>
        <a:defRPr sz="36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ts val="0"/>
        </a:spcBef>
        <a:spcAft>
          <a:spcPts val="1000"/>
        </a:spcAft>
        <a:buClr>
          <a:schemeClr val="tx1"/>
        </a:buClr>
        <a:buSzPct val="100000"/>
        <a:buFont typeface="Arial"/>
        <a:buChar char="•"/>
        <a:defRPr sz="1800" kern="1200" cap="none">
          <a:solidFill>
            <a:schemeClr val="tx1"/>
          </a:solidFill>
          <a:effectLst/>
          <a:latin typeface="+mn-lt"/>
          <a:ea typeface="+mn-ea"/>
          <a:cs typeface="+mn-cs"/>
        </a:defRPr>
      </a:lvl1pPr>
      <a:lvl2pPr marL="742950" indent="-285750" algn="l" defTabSz="457200" rtl="0" eaLnBrk="1" latinLnBrk="0" hangingPunct="1">
        <a:spcBef>
          <a:spcPts val="0"/>
        </a:spcBef>
        <a:spcAft>
          <a:spcPts val="1000"/>
        </a:spcAft>
        <a:buClr>
          <a:schemeClr val="tx1"/>
        </a:buClr>
        <a:buSzPct val="100000"/>
        <a:buFont typeface="Arial"/>
        <a:buChar char="•"/>
        <a:defRPr sz="1600" kern="1200" cap="none">
          <a:solidFill>
            <a:schemeClr val="tx1"/>
          </a:solidFill>
          <a:effectLst/>
          <a:latin typeface="+mn-lt"/>
          <a:ea typeface="+mn-ea"/>
          <a:cs typeface="+mn-cs"/>
        </a:defRPr>
      </a:lvl2pPr>
      <a:lvl3pPr marL="1200150" indent="-285750" algn="l" defTabSz="457200" rtl="0" eaLnBrk="1" latinLnBrk="0" hangingPunct="1">
        <a:spcBef>
          <a:spcPts val="0"/>
        </a:spcBef>
        <a:spcAft>
          <a:spcPts val="1000"/>
        </a:spcAft>
        <a:buClr>
          <a:schemeClr val="tx1"/>
        </a:buClr>
        <a:buSzPct val="100000"/>
        <a:buFont typeface="Arial"/>
        <a:buChar char="•"/>
        <a:defRPr sz="1400" kern="1200" cap="none">
          <a:solidFill>
            <a:schemeClr val="tx1"/>
          </a:solidFill>
          <a:effectLst/>
          <a:latin typeface="+mn-lt"/>
          <a:ea typeface="+mn-ea"/>
          <a:cs typeface="+mn-cs"/>
        </a:defRPr>
      </a:lvl3pPr>
      <a:lvl4pPr marL="15430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4pPr>
      <a:lvl5pPr marL="20002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1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 Id="rId5" Type="http://schemas.openxmlformats.org/officeDocument/2006/relationships/image" Target="../media/image16.png"/><Relationship Id="rId4" Type="http://schemas.openxmlformats.org/officeDocument/2006/relationships/image" Target="../media/image15.png"/></Relationships>
</file>

<file path=ppt/slides/_rels/slide2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hyperlink" Target="https://uk.rs-online.com/web/content/discovery/ideas-and-advice/stepper-motors-guide" TargetMode="External"/><Relationship Id="rId2" Type="http://schemas.openxmlformats.org/officeDocument/2006/relationships/hyperlink" Target="https://ieeexplore.ieee.org/document/9994475" TargetMode="External"/><Relationship Id="rId1" Type="http://schemas.openxmlformats.org/officeDocument/2006/relationships/slideLayout" Target="../slideLayouts/slideLayout2.xml"/><Relationship Id="rId6" Type="http://schemas.openxmlformats.org/officeDocument/2006/relationships/hyperlink" Target="https://os.mbed.com/mbed-os/" TargetMode="External"/><Relationship Id="rId5" Type="http://schemas.openxmlformats.org/officeDocument/2006/relationships/hyperlink" Target="https://cdn.sparkfun.com/datasheets/Sensors/Proximity/HCSR04.pdf" TargetMode="External"/><Relationship Id="rId4" Type="http://schemas.openxmlformats.org/officeDocument/2006/relationships/hyperlink" Target="https://courses.csail.mit.edu/6.141/spring2014/pub/labs/lab7/docs/Breakbeam-Sensor-Sharp-IS471F.pdf"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86945" y="366251"/>
            <a:ext cx="11415622" cy="1865683"/>
          </a:xfrm>
        </p:spPr>
        <p:txBody>
          <a:bodyPr vert="horz" lIns="91440" tIns="45720" rIns="91440" bIns="45720" rtlCol="0" anchor="b">
            <a:noAutofit/>
          </a:bodyPr>
          <a:lstStyle/>
          <a:p>
            <a:r>
              <a:rPr lang="en-GB" sz="4800" b="1">
                <a:latin typeface="Calibri"/>
                <a:ea typeface="Calibri"/>
                <a:cs typeface="Calibri"/>
              </a:rPr>
              <a:t>Group 3 Micro Mouse Presentation </a:t>
            </a:r>
            <a:endParaRPr lang="en-US" sz="4800">
              <a:latin typeface="Calibri"/>
              <a:ea typeface="Calibri"/>
              <a:cs typeface="Calibri"/>
            </a:endParaRPr>
          </a:p>
          <a:p>
            <a:endParaRPr lang="en-GB" sz="4000" u="sng">
              <a:latin typeface="Calibri"/>
              <a:ea typeface="Calibri"/>
              <a:cs typeface="Calibri"/>
            </a:endParaRPr>
          </a:p>
        </p:txBody>
      </p:sp>
      <p:sp>
        <p:nvSpPr>
          <p:cNvPr id="6" name="TextBox 5">
            <a:extLst>
              <a:ext uri="{FF2B5EF4-FFF2-40B4-BE49-F238E27FC236}">
                <a16:creationId xmlns:a16="http://schemas.microsoft.com/office/drawing/2014/main" id="{3B444016-097F-5130-A59E-DCB223187219}"/>
              </a:ext>
            </a:extLst>
          </p:cNvPr>
          <p:cNvSpPr txBox="1"/>
          <p:nvPr/>
        </p:nvSpPr>
        <p:spPr>
          <a:xfrm>
            <a:off x="616040" y="1582103"/>
            <a:ext cx="11130727" cy="467820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4000" b="1">
                <a:latin typeface="Calibri"/>
                <a:ea typeface="Calibri"/>
                <a:cs typeface="Calibri"/>
              </a:rPr>
              <a:t> </a:t>
            </a:r>
            <a:r>
              <a:rPr lang="en-GB" sz="4000" b="1">
                <a:latin typeface="Calibri"/>
                <a:ea typeface="Calibri"/>
                <a:cs typeface="Calibri"/>
              </a:rPr>
              <a:t>By</a:t>
            </a:r>
            <a:endParaRPr lang="en-US" sz="4000" b="1">
              <a:latin typeface="Calibri"/>
              <a:ea typeface="Calibri"/>
              <a:cs typeface="Calibri"/>
            </a:endParaRPr>
          </a:p>
          <a:p>
            <a:pPr algn="ctr"/>
            <a:r>
              <a:rPr lang="en-GB" sz="4000" b="1">
                <a:latin typeface="Calibri"/>
                <a:ea typeface="Calibri"/>
                <a:cs typeface="Calibri"/>
              </a:rPr>
              <a:t>Suber Abdi w2069210</a:t>
            </a:r>
            <a:endParaRPr lang="en-US" sz="4000" b="1">
              <a:latin typeface="Calibri"/>
              <a:ea typeface="Calibri"/>
              <a:cs typeface="Calibri"/>
            </a:endParaRPr>
          </a:p>
          <a:p>
            <a:pPr algn="ctr"/>
            <a:r>
              <a:rPr lang="en-GB" sz="4000" b="1">
                <a:latin typeface="Calibri"/>
                <a:ea typeface="Calibri"/>
                <a:cs typeface="Calibri"/>
              </a:rPr>
              <a:t>Gabriel Lopez Narvaez w2090932</a:t>
            </a:r>
            <a:endParaRPr lang="en-US" sz="4000" b="1">
              <a:latin typeface="Calibri"/>
              <a:ea typeface="Calibri"/>
              <a:cs typeface="Calibri"/>
            </a:endParaRPr>
          </a:p>
          <a:p>
            <a:pPr algn="ctr"/>
            <a:r>
              <a:rPr lang="en-GB" sz="4000" b="1">
                <a:latin typeface="Calibri"/>
                <a:ea typeface="Calibri"/>
                <a:cs typeface="Calibri"/>
              </a:rPr>
              <a:t>Nicholas Nicolaou w2047568</a:t>
            </a:r>
            <a:endParaRPr lang="en-US" sz="4000" b="1">
              <a:latin typeface="Calibri"/>
              <a:ea typeface="Calibri"/>
              <a:cs typeface="Calibri"/>
            </a:endParaRPr>
          </a:p>
          <a:p>
            <a:pPr algn="ctr"/>
            <a:r>
              <a:rPr lang="en-GB" sz="4000" b="1">
                <a:latin typeface="Calibri"/>
                <a:ea typeface="Calibri"/>
                <a:cs typeface="Calibri"/>
              </a:rPr>
              <a:t>Charanjot Sidhu w2047567</a:t>
            </a:r>
            <a:endParaRPr lang="en-US" sz="4000" b="1">
              <a:latin typeface="Calibri"/>
              <a:ea typeface="Calibri"/>
              <a:cs typeface="Calibri"/>
            </a:endParaRPr>
          </a:p>
          <a:p>
            <a:pPr algn="ctr"/>
            <a:r>
              <a:rPr lang="en-GB" sz="4000" b="1">
                <a:latin typeface="Calibri"/>
                <a:ea typeface="Calibri"/>
                <a:cs typeface="Calibri"/>
              </a:rPr>
              <a:t>Caleb </a:t>
            </a:r>
            <a:r>
              <a:rPr lang="en-GB" sz="4000" b="1" err="1">
                <a:latin typeface="Calibri"/>
                <a:ea typeface="Calibri"/>
                <a:cs typeface="Calibri"/>
              </a:rPr>
              <a:t>Suleaudu</a:t>
            </a:r>
            <a:r>
              <a:rPr lang="en-GB" sz="4000" b="1">
                <a:latin typeface="Calibri"/>
                <a:ea typeface="Calibri"/>
                <a:cs typeface="Calibri"/>
              </a:rPr>
              <a:t> w1910808</a:t>
            </a:r>
            <a:endParaRPr lang="en-US" sz="4000" b="1">
              <a:latin typeface="Calibri"/>
              <a:ea typeface="Calibri"/>
              <a:cs typeface="Calibri"/>
            </a:endParaRPr>
          </a:p>
          <a:p>
            <a:pPr algn="ctr"/>
            <a:r>
              <a:rPr lang="en-GB" sz="4000" b="1">
                <a:latin typeface="Calibri"/>
                <a:ea typeface="Calibri"/>
                <a:cs typeface="Calibri"/>
              </a:rPr>
              <a:t>Victoria </a:t>
            </a:r>
            <a:r>
              <a:rPr lang="en-GB" sz="4000" b="1" err="1">
                <a:latin typeface="Calibri"/>
                <a:ea typeface="Calibri"/>
                <a:cs typeface="Calibri"/>
              </a:rPr>
              <a:t>Veprek</a:t>
            </a:r>
            <a:r>
              <a:rPr lang="en-GB" sz="4000" b="1">
                <a:latin typeface="Calibri"/>
                <a:ea typeface="Calibri"/>
                <a:cs typeface="Calibri"/>
              </a:rPr>
              <a:t> w2040013</a:t>
            </a:r>
            <a:endParaRPr lang="en-US" sz="4000" b="1">
              <a:latin typeface="Calibri"/>
              <a:ea typeface="Calibri"/>
              <a:cs typeface="Calibri"/>
            </a:endParaRPr>
          </a:p>
          <a:p>
            <a:endParaRPr lang="en-US"/>
          </a:p>
        </p:txBody>
      </p:sp>
    </p:spTree>
    <p:extLst>
      <p:ext uri="{BB962C8B-B14F-4D97-AF65-F5344CB8AC3E}">
        <p14:creationId xmlns:p14="http://schemas.microsoft.com/office/powerpoint/2010/main" val="109857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658FDB-F6C9-3B4D-70D7-894578F864EB}"/>
              </a:ext>
            </a:extLst>
          </p:cNvPr>
          <p:cNvSpPr>
            <a:spLocks noGrp="1"/>
          </p:cNvSpPr>
          <p:nvPr>
            <p:ph type="title"/>
          </p:nvPr>
        </p:nvSpPr>
        <p:spPr>
          <a:xfrm>
            <a:off x="1030858" y="250166"/>
            <a:ext cx="10131425" cy="1456267"/>
          </a:xfrm>
        </p:spPr>
        <p:txBody>
          <a:bodyPr/>
          <a:lstStyle/>
          <a:p>
            <a:pPr algn="ctr"/>
            <a:r>
              <a:rPr lang="en-GB">
                <a:ea typeface="Calibri Light"/>
                <a:cs typeface="Calibri Light"/>
              </a:rPr>
              <a:t>ALLOCATION and method of tasks</a:t>
            </a:r>
          </a:p>
        </p:txBody>
      </p:sp>
      <p:graphicFrame>
        <p:nvGraphicFramePr>
          <p:cNvPr id="4" name="Table 3">
            <a:extLst>
              <a:ext uri="{FF2B5EF4-FFF2-40B4-BE49-F238E27FC236}">
                <a16:creationId xmlns:a16="http://schemas.microsoft.com/office/drawing/2014/main" id="{28720C41-CC6F-B944-E38E-840B123D0273}"/>
              </a:ext>
            </a:extLst>
          </p:cNvPr>
          <p:cNvGraphicFramePr>
            <a:graphicFrameLocks noGrp="1"/>
          </p:cNvGraphicFramePr>
          <p:nvPr>
            <p:extLst>
              <p:ext uri="{D42A27DB-BD31-4B8C-83A1-F6EECF244321}">
                <p14:modId xmlns:p14="http://schemas.microsoft.com/office/powerpoint/2010/main" val="3911288227"/>
              </p:ext>
            </p:extLst>
          </p:nvPr>
        </p:nvGraphicFramePr>
        <p:xfrm>
          <a:off x="256053" y="1703374"/>
          <a:ext cx="3225385" cy="4943252"/>
        </p:xfrm>
        <a:graphic>
          <a:graphicData uri="http://schemas.openxmlformats.org/drawingml/2006/table">
            <a:tbl>
              <a:tblPr firstRow="1" bandRow="1">
                <a:tableStyleId>{5C22544A-7EE6-4342-B048-85BDC9FD1C3A}</a:tableStyleId>
              </a:tblPr>
              <a:tblGrid>
                <a:gridCol w="3225385">
                  <a:extLst>
                    <a:ext uri="{9D8B030D-6E8A-4147-A177-3AD203B41FA5}">
                      <a16:colId xmlns:a16="http://schemas.microsoft.com/office/drawing/2014/main" val="2833877110"/>
                    </a:ext>
                  </a:extLst>
                </a:gridCol>
              </a:tblGrid>
              <a:tr h="954944">
                <a:tc>
                  <a:txBody>
                    <a:bodyPr/>
                    <a:lstStyle/>
                    <a:p>
                      <a:r>
                        <a:rPr lang="en-GB" sz="2800"/>
                        <a:t>Methods for Group Collaboration</a:t>
                      </a:r>
                    </a:p>
                  </a:txBody>
                  <a:tcPr/>
                </a:tc>
                <a:extLst>
                  <a:ext uri="{0D108BD9-81ED-4DB2-BD59-A6C34878D82A}">
                    <a16:rowId xmlns:a16="http://schemas.microsoft.com/office/drawing/2014/main" val="1729439225"/>
                  </a:ext>
                </a:extLst>
              </a:tr>
              <a:tr h="3988308">
                <a:tc>
                  <a:txBody>
                    <a:bodyPr/>
                    <a:lstStyle/>
                    <a:p>
                      <a:pPr marL="285750" indent="-285750">
                        <a:buFont typeface="Arial"/>
                        <a:buChar char="•"/>
                      </a:pPr>
                      <a:r>
                        <a:rPr lang="en-GB"/>
                        <a:t>Minutes of Meetings/Logbook - managed weekly, rotating between the group</a:t>
                      </a:r>
                      <a:endParaRPr lang="en-US"/>
                    </a:p>
                    <a:p>
                      <a:pPr marL="285750" lvl="0" indent="-285750">
                        <a:buFont typeface="Arial"/>
                        <a:buChar char="•"/>
                      </a:pPr>
                      <a:r>
                        <a:rPr lang="en-GB"/>
                        <a:t>Gantt Chart - chart used to visualise scheduling and task durations</a:t>
                      </a:r>
                    </a:p>
                    <a:p>
                      <a:pPr marL="285750" lvl="0" indent="-285750">
                        <a:buFont typeface="Arial"/>
                        <a:buChar char="•"/>
                      </a:pPr>
                      <a:r>
                        <a:rPr lang="en-GB"/>
                        <a:t>GitHub - shared directory for C++ code </a:t>
                      </a:r>
                    </a:p>
                    <a:p>
                      <a:pPr marL="285750" lvl="0" indent="-285750">
                        <a:buFont typeface="Arial"/>
                        <a:buChar char="•"/>
                      </a:pPr>
                      <a:r>
                        <a:rPr lang="en-GB"/>
                        <a:t>WhatsApp/Team - for all communication and updates</a:t>
                      </a:r>
                    </a:p>
                    <a:p>
                      <a:pPr marL="285750" lvl="0" indent="-285750">
                        <a:buFont typeface="Arial"/>
                        <a:buChar char="•"/>
                      </a:pPr>
                      <a:r>
                        <a:rPr lang="en-GB"/>
                        <a:t>OneDrive - to hold shared documentation and report files</a:t>
                      </a:r>
                    </a:p>
                  </a:txBody>
                  <a:tcPr/>
                </a:tc>
                <a:extLst>
                  <a:ext uri="{0D108BD9-81ED-4DB2-BD59-A6C34878D82A}">
                    <a16:rowId xmlns:a16="http://schemas.microsoft.com/office/drawing/2014/main" val="2671712380"/>
                  </a:ext>
                </a:extLst>
              </a:tr>
            </a:tbl>
          </a:graphicData>
        </a:graphic>
      </p:graphicFrame>
      <p:graphicFrame>
        <p:nvGraphicFramePr>
          <p:cNvPr id="6" name="Table 5">
            <a:extLst>
              <a:ext uri="{FF2B5EF4-FFF2-40B4-BE49-F238E27FC236}">
                <a16:creationId xmlns:a16="http://schemas.microsoft.com/office/drawing/2014/main" id="{FA083FE1-16E1-8B6A-3F60-5333BFA3BFA0}"/>
              </a:ext>
            </a:extLst>
          </p:cNvPr>
          <p:cNvGraphicFramePr>
            <a:graphicFrameLocks noGrp="1"/>
          </p:cNvGraphicFramePr>
          <p:nvPr>
            <p:extLst>
              <p:ext uri="{D42A27DB-BD31-4B8C-83A1-F6EECF244321}">
                <p14:modId xmlns:p14="http://schemas.microsoft.com/office/powerpoint/2010/main" val="3884971258"/>
              </p:ext>
            </p:extLst>
          </p:nvPr>
        </p:nvGraphicFramePr>
        <p:xfrm>
          <a:off x="3725333" y="1741714"/>
          <a:ext cx="8192780" cy="4891200"/>
        </p:xfrm>
        <a:graphic>
          <a:graphicData uri="http://schemas.openxmlformats.org/drawingml/2006/table">
            <a:tbl>
              <a:tblPr firstRow="1" bandRow="1">
                <a:tableStyleId>{5C22544A-7EE6-4342-B048-85BDC9FD1C3A}</a:tableStyleId>
              </a:tblPr>
              <a:tblGrid>
                <a:gridCol w="1300238">
                  <a:extLst>
                    <a:ext uri="{9D8B030D-6E8A-4147-A177-3AD203B41FA5}">
                      <a16:colId xmlns:a16="http://schemas.microsoft.com/office/drawing/2014/main" val="3711065824"/>
                    </a:ext>
                  </a:extLst>
                </a:gridCol>
                <a:gridCol w="5019522">
                  <a:extLst>
                    <a:ext uri="{9D8B030D-6E8A-4147-A177-3AD203B41FA5}">
                      <a16:colId xmlns:a16="http://schemas.microsoft.com/office/drawing/2014/main" val="3768310597"/>
                    </a:ext>
                  </a:extLst>
                </a:gridCol>
                <a:gridCol w="1873020">
                  <a:extLst>
                    <a:ext uri="{9D8B030D-6E8A-4147-A177-3AD203B41FA5}">
                      <a16:colId xmlns:a16="http://schemas.microsoft.com/office/drawing/2014/main" val="1997981334"/>
                    </a:ext>
                  </a:extLst>
                </a:gridCol>
              </a:tblGrid>
              <a:tr h="365610">
                <a:tc>
                  <a:txBody>
                    <a:bodyPr/>
                    <a:lstStyle/>
                    <a:p>
                      <a:r>
                        <a:rPr lang="en-GB"/>
                        <a:t>Member</a:t>
                      </a:r>
                    </a:p>
                  </a:txBody>
                  <a:tcPr/>
                </a:tc>
                <a:tc>
                  <a:txBody>
                    <a:bodyPr/>
                    <a:lstStyle/>
                    <a:p>
                      <a:r>
                        <a:rPr lang="en-GB"/>
                        <a:t>Primary Role/ Tasks</a:t>
                      </a:r>
                    </a:p>
                  </a:txBody>
                  <a:tcPr/>
                </a:tc>
                <a:tc>
                  <a:txBody>
                    <a:bodyPr/>
                    <a:lstStyle/>
                    <a:p>
                      <a:pPr lvl="0">
                        <a:buNone/>
                      </a:pPr>
                      <a:r>
                        <a:rPr lang="en-GB"/>
                        <a:t>Contribution Rate</a:t>
                      </a:r>
                    </a:p>
                  </a:txBody>
                  <a:tcPr/>
                </a:tc>
                <a:extLst>
                  <a:ext uri="{0D108BD9-81ED-4DB2-BD59-A6C34878D82A}">
                    <a16:rowId xmlns:a16="http://schemas.microsoft.com/office/drawing/2014/main" val="2172641038"/>
                  </a:ext>
                </a:extLst>
              </a:tr>
              <a:tr h="891177">
                <a:tc>
                  <a:txBody>
                    <a:bodyPr/>
                    <a:lstStyle/>
                    <a:p>
                      <a:pPr lvl="0">
                        <a:buNone/>
                      </a:pPr>
                      <a:r>
                        <a:rPr lang="en-GB"/>
                        <a:t>Suber</a:t>
                      </a:r>
                    </a:p>
                  </a:txBody>
                  <a:tcPr/>
                </a:tc>
                <a:tc>
                  <a:txBody>
                    <a:bodyPr/>
                    <a:lstStyle/>
                    <a:p>
                      <a:pPr lvl="0">
                        <a:buNone/>
                      </a:pPr>
                      <a:r>
                        <a:rPr lang="en-GB"/>
                        <a:t>Software/Mechanical - creating the structure of the code and helping with the assembly of the micro mouse</a:t>
                      </a:r>
                      <a:endParaRPr lang="en-GB" err="1"/>
                    </a:p>
                  </a:txBody>
                  <a:tcPr/>
                </a:tc>
                <a:tc>
                  <a:txBody>
                    <a:bodyPr/>
                    <a:lstStyle/>
                    <a:p>
                      <a:pPr lvl="0">
                        <a:buNone/>
                      </a:pPr>
                      <a:r>
                        <a:rPr lang="en-GB"/>
                        <a:t>20</a:t>
                      </a:r>
                    </a:p>
                  </a:txBody>
                  <a:tcPr/>
                </a:tc>
                <a:extLst>
                  <a:ext uri="{0D108BD9-81ED-4DB2-BD59-A6C34878D82A}">
                    <a16:rowId xmlns:a16="http://schemas.microsoft.com/office/drawing/2014/main" val="2277324684"/>
                  </a:ext>
                </a:extLst>
              </a:tr>
              <a:tr h="685520">
                <a:tc>
                  <a:txBody>
                    <a:bodyPr/>
                    <a:lstStyle/>
                    <a:p>
                      <a:pPr lvl="0">
                        <a:buNone/>
                      </a:pPr>
                      <a:r>
                        <a:rPr lang="en-GB"/>
                        <a:t>Gabriel</a:t>
                      </a:r>
                    </a:p>
                  </a:txBody>
                  <a:tcPr/>
                </a:tc>
                <a:tc>
                  <a:txBody>
                    <a:bodyPr/>
                    <a:lstStyle/>
                    <a:p>
                      <a:pPr lvl="0">
                        <a:buNone/>
                      </a:pPr>
                      <a:r>
                        <a:rPr lang="en-GB"/>
                        <a:t>Hardware - creating motor driver circuits, testing for torque, and testing the circuits for shorts</a:t>
                      </a:r>
                    </a:p>
                  </a:txBody>
                  <a:tcPr/>
                </a:tc>
                <a:tc>
                  <a:txBody>
                    <a:bodyPr/>
                    <a:lstStyle/>
                    <a:p>
                      <a:pPr lvl="0">
                        <a:buNone/>
                      </a:pPr>
                      <a:r>
                        <a:rPr lang="en-GB"/>
                        <a:t>20</a:t>
                      </a:r>
                    </a:p>
                  </a:txBody>
                  <a:tcPr/>
                </a:tc>
                <a:extLst>
                  <a:ext uri="{0D108BD9-81ED-4DB2-BD59-A6C34878D82A}">
                    <a16:rowId xmlns:a16="http://schemas.microsoft.com/office/drawing/2014/main" val="3998702323"/>
                  </a:ext>
                </a:extLst>
              </a:tr>
              <a:tr h="685520">
                <a:tc>
                  <a:txBody>
                    <a:bodyPr/>
                    <a:lstStyle/>
                    <a:p>
                      <a:pPr lvl="0">
                        <a:buNone/>
                      </a:pPr>
                      <a:r>
                        <a:rPr lang="en-GB"/>
                        <a:t>Nicholas</a:t>
                      </a:r>
                    </a:p>
                  </a:txBody>
                  <a:tcPr/>
                </a:tc>
                <a:tc>
                  <a:txBody>
                    <a:bodyPr/>
                    <a:lstStyle/>
                    <a:p>
                      <a:pPr lvl="0">
                        <a:buNone/>
                      </a:pPr>
                      <a:r>
                        <a:rPr lang="en-GB"/>
                        <a:t>Software – Use of Keil studios, updating GitHub and Testing code on MBED</a:t>
                      </a:r>
                    </a:p>
                  </a:txBody>
                  <a:tcPr/>
                </a:tc>
                <a:tc>
                  <a:txBody>
                    <a:bodyPr/>
                    <a:lstStyle/>
                    <a:p>
                      <a:pPr lvl="0">
                        <a:buNone/>
                      </a:pPr>
                      <a:r>
                        <a:rPr lang="en-GB"/>
                        <a:t>20</a:t>
                      </a:r>
                    </a:p>
                  </a:txBody>
                  <a:tcPr/>
                </a:tc>
                <a:extLst>
                  <a:ext uri="{0D108BD9-81ED-4DB2-BD59-A6C34878D82A}">
                    <a16:rowId xmlns:a16="http://schemas.microsoft.com/office/drawing/2014/main" val="3237878998"/>
                  </a:ext>
                </a:extLst>
              </a:tr>
              <a:tr h="685520">
                <a:tc>
                  <a:txBody>
                    <a:bodyPr/>
                    <a:lstStyle/>
                    <a:p>
                      <a:r>
                        <a:rPr lang="en-GB"/>
                        <a:t>Charanjot</a:t>
                      </a:r>
                    </a:p>
                  </a:txBody>
                  <a:tcPr/>
                </a:tc>
                <a:tc>
                  <a:txBody>
                    <a:bodyPr/>
                    <a:lstStyle/>
                    <a:p>
                      <a:r>
                        <a:rPr lang="en-GB"/>
                        <a:t>Software - </a:t>
                      </a:r>
                      <a:r>
                        <a:rPr lang="en-GB" sz="1800" b="0" i="0" u="none" strike="noStrike" noProof="0">
                          <a:solidFill>
                            <a:srgbClr val="000000"/>
                          </a:solidFill>
                          <a:latin typeface="Calibri"/>
                          <a:ea typeface="Calibri"/>
                          <a:cs typeface="Calibri"/>
                        </a:rPr>
                        <a:t>Use of Keil studios, updating GitHub and Testing code on MBED</a:t>
                      </a:r>
                      <a:endParaRPr lang="en-GB"/>
                    </a:p>
                  </a:txBody>
                  <a:tcPr/>
                </a:tc>
                <a:tc>
                  <a:txBody>
                    <a:bodyPr/>
                    <a:lstStyle/>
                    <a:p>
                      <a:pPr lvl="0">
                        <a:buNone/>
                      </a:pPr>
                      <a:r>
                        <a:rPr lang="en-GB" sz="1800" b="0" i="0" u="none" strike="noStrike" noProof="0">
                          <a:solidFill>
                            <a:srgbClr val="000000"/>
                          </a:solidFill>
                          <a:latin typeface="Calibri"/>
                          <a:ea typeface="Calibri"/>
                          <a:cs typeface="Calibri"/>
                        </a:rPr>
                        <a:t>15</a:t>
                      </a:r>
                    </a:p>
                  </a:txBody>
                  <a:tcPr/>
                </a:tc>
                <a:extLst>
                  <a:ext uri="{0D108BD9-81ED-4DB2-BD59-A6C34878D82A}">
                    <a16:rowId xmlns:a16="http://schemas.microsoft.com/office/drawing/2014/main" val="3345703206"/>
                  </a:ext>
                </a:extLst>
              </a:tr>
              <a:tr h="559841">
                <a:tc>
                  <a:txBody>
                    <a:bodyPr/>
                    <a:lstStyle/>
                    <a:p>
                      <a:r>
                        <a:rPr lang="en-GB"/>
                        <a:t>Caleb</a:t>
                      </a:r>
                    </a:p>
                  </a:txBody>
                  <a:tcPr/>
                </a:tc>
                <a:tc>
                  <a:txBody>
                    <a:bodyPr/>
                    <a:lstStyle/>
                    <a:p>
                      <a:r>
                        <a:rPr lang="en-GB"/>
                        <a:t>Hardware - Made ultrasonic sensor and helping with hardware testing</a:t>
                      </a:r>
                    </a:p>
                  </a:txBody>
                  <a:tcPr/>
                </a:tc>
                <a:tc>
                  <a:txBody>
                    <a:bodyPr/>
                    <a:lstStyle/>
                    <a:p>
                      <a:pPr lvl="0">
                        <a:buNone/>
                      </a:pPr>
                      <a:r>
                        <a:rPr lang="en-GB"/>
                        <a:t>10</a:t>
                      </a:r>
                    </a:p>
                  </a:txBody>
                  <a:tcPr/>
                </a:tc>
                <a:extLst>
                  <a:ext uri="{0D108BD9-81ED-4DB2-BD59-A6C34878D82A}">
                    <a16:rowId xmlns:a16="http://schemas.microsoft.com/office/drawing/2014/main" val="2542973356"/>
                  </a:ext>
                </a:extLst>
              </a:tr>
              <a:tr h="891177">
                <a:tc>
                  <a:txBody>
                    <a:bodyPr/>
                    <a:lstStyle/>
                    <a:p>
                      <a:pPr lvl="0">
                        <a:buNone/>
                      </a:pPr>
                      <a:r>
                        <a:rPr lang="en-GB"/>
                        <a:t>Victoria</a:t>
                      </a:r>
                    </a:p>
                  </a:txBody>
                  <a:tcPr/>
                </a:tc>
                <a:tc>
                  <a:txBody>
                    <a:bodyPr/>
                    <a:lstStyle/>
                    <a:p>
                      <a:r>
                        <a:rPr lang="en-GB"/>
                        <a:t>Hardware/Mechanical - making the IR-sensors and testing them, also aiding with the assembly of the micro mouse</a:t>
                      </a:r>
                      <a:endParaRPr lang="en-GB" err="1"/>
                    </a:p>
                  </a:txBody>
                  <a:tcPr/>
                </a:tc>
                <a:tc>
                  <a:txBody>
                    <a:bodyPr/>
                    <a:lstStyle/>
                    <a:p>
                      <a:pPr lvl="0">
                        <a:buNone/>
                      </a:pPr>
                      <a:r>
                        <a:rPr lang="en-GB"/>
                        <a:t>15</a:t>
                      </a:r>
                    </a:p>
                  </a:txBody>
                  <a:tcPr/>
                </a:tc>
                <a:extLst>
                  <a:ext uri="{0D108BD9-81ED-4DB2-BD59-A6C34878D82A}">
                    <a16:rowId xmlns:a16="http://schemas.microsoft.com/office/drawing/2014/main" val="787612177"/>
                  </a:ext>
                </a:extLst>
              </a:tr>
            </a:tbl>
          </a:graphicData>
        </a:graphic>
      </p:graphicFrame>
    </p:spTree>
    <p:extLst>
      <p:ext uri="{BB962C8B-B14F-4D97-AF65-F5344CB8AC3E}">
        <p14:creationId xmlns:p14="http://schemas.microsoft.com/office/powerpoint/2010/main" val="90222444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E300D3-6A9E-C3B9-01FA-9EA7750FA403}"/>
              </a:ext>
            </a:extLst>
          </p:cNvPr>
          <p:cNvSpPr>
            <a:spLocks noGrp="1"/>
          </p:cNvSpPr>
          <p:nvPr>
            <p:ph type="title"/>
          </p:nvPr>
        </p:nvSpPr>
        <p:spPr/>
        <p:txBody>
          <a:bodyPr/>
          <a:lstStyle/>
          <a:p>
            <a:pPr algn="ctr"/>
            <a:r>
              <a:rPr lang="en-US"/>
              <a:t> aim of the Project</a:t>
            </a:r>
            <a:endParaRPr lang="en-US">
              <a:ea typeface="Calibri Light" panose="020F0302020204030204"/>
              <a:cs typeface="Calibri Light" panose="020F0302020204030204"/>
            </a:endParaRPr>
          </a:p>
          <a:p>
            <a:endParaRPr lang="en-GB"/>
          </a:p>
        </p:txBody>
      </p:sp>
      <p:sp>
        <p:nvSpPr>
          <p:cNvPr id="3" name="Content Placeholder 2">
            <a:extLst>
              <a:ext uri="{FF2B5EF4-FFF2-40B4-BE49-F238E27FC236}">
                <a16:creationId xmlns:a16="http://schemas.microsoft.com/office/drawing/2014/main" id="{D1E7F957-B0B5-0D09-2F5D-55EBB5F3FA65}"/>
              </a:ext>
            </a:extLst>
          </p:cNvPr>
          <p:cNvSpPr>
            <a:spLocks noGrp="1"/>
          </p:cNvSpPr>
          <p:nvPr>
            <p:ph idx="1"/>
          </p:nvPr>
        </p:nvSpPr>
        <p:spPr>
          <a:xfrm>
            <a:off x="1030858" y="2070180"/>
            <a:ext cx="10131425" cy="4094831"/>
          </a:xfrm>
        </p:spPr>
        <p:txBody>
          <a:bodyPr vert="horz" lIns="91440" tIns="45720" rIns="91440" bIns="45720" rtlCol="0" anchor="ctr">
            <a:noAutofit/>
          </a:bodyPr>
          <a:lstStyle/>
          <a:p>
            <a:pPr marL="0" indent="0">
              <a:buNone/>
            </a:pPr>
            <a:r>
              <a:rPr lang="en-US" sz="2400">
                <a:solidFill>
                  <a:schemeClr val="tx1">
                    <a:lumMod val="95000"/>
                  </a:schemeClr>
                </a:solidFill>
                <a:ea typeface="+mn-lt"/>
                <a:cs typeface="+mn-lt"/>
              </a:rPr>
              <a:t>The aim of this project is to design and develop an autonomous micro mouse robot capable of navigating an 8 by 8 maze efficiently without prior knowledge of its layout.</a:t>
            </a:r>
            <a:endParaRPr lang="en-US" sz="2400">
              <a:solidFill>
                <a:schemeClr val="tx1">
                  <a:lumMod val="95000"/>
                </a:schemeClr>
              </a:solidFill>
              <a:ea typeface="Calibri"/>
              <a:cs typeface="Calibri"/>
            </a:endParaRPr>
          </a:p>
          <a:p>
            <a:pPr marL="0" indent="0">
              <a:buClr>
                <a:srgbClr val="FFFFFF"/>
              </a:buClr>
              <a:buNone/>
            </a:pPr>
            <a:r>
              <a:rPr lang="en-US" sz="2400">
                <a:solidFill>
                  <a:schemeClr val="tx1">
                    <a:lumMod val="95000"/>
                  </a:schemeClr>
                </a:solidFill>
                <a:ea typeface="+mn-lt"/>
                <a:cs typeface="+mn-lt"/>
              </a:rPr>
              <a:t>This involves integrating embedded systems, including C++ programming, sensor-based wall detection using infrared sensors and an ultrasonic sensor, and precise motor control. Alongside implementing a maze-solving algorithm such as Lee’s algorithm.</a:t>
            </a:r>
            <a:endParaRPr lang="en-US" sz="2400">
              <a:solidFill>
                <a:schemeClr val="tx1">
                  <a:lumMod val="95000"/>
                </a:schemeClr>
              </a:solidFill>
              <a:ea typeface="Calibri"/>
              <a:cs typeface="Calibri"/>
            </a:endParaRPr>
          </a:p>
          <a:p>
            <a:pPr marL="0" indent="0">
              <a:buClr>
                <a:srgbClr val="FFFFFF"/>
              </a:buClr>
              <a:buNone/>
            </a:pPr>
            <a:r>
              <a:rPr lang="en-US" sz="2400">
                <a:solidFill>
                  <a:schemeClr val="tx1">
                    <a:lumMod val="95000"/>
                  </a:schemeClr>
                </a:solidFill>
                <a:ea typeface="+mn-lt"/>
                <a:cs typeface="+mn-lt"/>
              </a:rPr>
              <a:t>The project also aims to produce a reliable and well-tested system that can operate in real-world conditions, while demonstrating effective teamwork, planning and engineering design.</a:t>
            </a:r>
            <a:endParaRPr lang="en-US" sz="2400">
              <a:solidFill>
                <a:schemeClr val="tx1">
                  <a:lumMod val="95000"/>
                </a:schemeClr>
              </a:solidFill>
              <a:ea typeface="Calibri" panose="020F0502020204030204"/>
              <a:cs typeface="Calibri" panose="020F0502020204030204"/>
            </a:endParaRPr>
          </a:p>
          <a:p>
            <a:pPr>
              <a:buClr>
                <a:srgbClr val="FFFFFF"/>
              </a:buClr>
            </a:pPr>
            <a:endParaRPr lang="en-US">
              <a:solidFill>
                <a:schemeClr val="tx1">
                  <a:lumMod val="95000"/>
                </a:schemeClr>
              </a:solidFill>
              <a:ea typeface="Calibri"/>
              <a:cs typeface="Calibri"/>
            </a:endParaRPr>
          </a:p>
        </p:txBody>
      </p:sp>
    </p:spTree>
    <p:extLst>
      <p:ext uri="{BB962C8B-B14F-4D97-AF65-F5344CB8AC3E}">
        <p14:creationId xmlns:p14="http://schemas.microsoft.com/office/powerpoint/2010/main" val="186343158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890895-74A8-F6FE-5291-6CFCC6B2AAE8}"/>
              </a:ext>
            </a:extLst>
          </p:cNvPr>
          <p:cNvSpPr>
            <a:spLocks noGrp="1"/>
          </p:cNvSpPr>
          <p:nvPr>
            <p:ph type="title"/>
          </p:nvPr>
        </p:nvSpPr>
        <p:spPr>
          <a:xfrm>
            <a:off x="685801" y="393940"/>
            <a:ext cx="10131425" cy="1456267"/>
          </a:xfrm>
        </p:spPr>
        <p:txBody>
          <a:bodyPr/>
          <a:lstStyle/>
          <a:p>
            <a:pPr algn="ctr"/>
            <a:r>
              <a:rPr lang="en-GB">
                <a:ea typeface="Calibri Light"/>
                <a:cs typeface="Calibri Light"/>
              </a:rPr>
              <a:t>Background theory / Tools used</a:t>
            </a:r>
          </a:p>
        </p:txBody>
      </p:sp>
      <p:graphicFrame>
        <p:nvGraphicFramePr>
          <p:cNvPr id="7" name="Content Placeholder 6">
            <a:extLst>
              <a:ext uri="{FF2B5EF4-FFF2-40B4-BE49-F238E27FC236}">
                <a16:creationId xmlns:a16="http://schemas.microsoft.com/office/drawing/2014/main" id="{2BA35921-A5AA-C69A-2469-BA2813C0AD5A}"/>
              </a:ext>
            </a:extLst>
          </p:cNvPr>
          <p:cNvGraphicFramePr>
            <a:graphicFrameLocks noGrp="1"/>
          </p:cNvGraphicFramePr>
          <p:nvPr>
            <p:ph idx="1"/>
            <p:extLst>
              <p:ext uri="{D42A27DB-BD31-4B8C-83A1-F6EECF244321}">
                <p14:modId xmlns:p14="http://schemas.microsoft.com/office/powerpoint/2010/main" val="4213183164"/>
              </p:ext>
            </p:extLst>
          </p:nvPr>
        </p:nvGraphicFramePr>
        <p:xfrm>
          <a:off x="1029629" y="1853465"/>
          <a:ext cx="10131425" cy="4486898"/>
        </p:xfrm>
        <a:graphic>
          <a:graphicData uri="http://schemas.openxmlformats.org/drawingml/2006/table">
            <a:tbl>
              <a:tblPr firstRow="1" bandRow="1">
                <a:tableStyleId>{5C22544A-7EE6-4342-B048-85BDC9FD1C3A}</a:tableStyleId>
              </a:tblPr>
              <a:tblGrid>
                <a:gridCol w="10131425">
                  <a:extLst>
                    <a:ext uri="{9D8B030D-6E8A-4147-A177-3AD203B41FA5}">
                      <a16:colId xmlns:a16="http://schemas.microsoft.com/office/drawing/2014/main" val="3574765653"/>
                    </a:ext>
                  </a:extLst>
                </a:gridCol>
              </a:tblGrid>
              <a:tr h="937846">
                <a:tc>
                  <a:txBody>
                    <a:bodyPr/>
                    <a:lstStyle/>
                    <a:p>
                      <a:pPr algn="ctr"/>
                      <a:r>
                        <a:rPr lang="en-GB" sz="3600"/>
                        <a:t>Tools Used</a:t>
                      </a:r>
                    </a:p>
                  </a:txBody>
                  <a:tcPr/>
                </a:tc>
                <a:extLst>
                  <a:ext uri="{0D108BD9-81ED-4DB2-BD59-A6C34878D82A}">
                    <a16:rowId xmlns:a16="http://schemas.microsoft.com/office/drawing/2014/main" val="1151646556"/>
                  </a:ext>
                </a:extLst>
              </a:tr>
              <a:tr h="651043">
                <a:tc>
                  <a:txBody>
                    <a:bodyPr/>
                    <a:lstStyle/>
                    <a:p>
                      <a:pPr algn="l"/>
                      <a:r>
                        <a:rPr lang="en-GB" sz="2800"/>
                        <a:t>Keil Studio/</a:t>
                      </a:r>
                      <a:r>
                        <a:rPr lang="en-GB" sz="2800" err="1"/>
                        <a:t>mbed.h</a:t>
                      </a:r>
                    </a:p>
                  </a:txBody>
                  <a:tcPr/>
                </a:tc>
                <a:extLst>
                  <a:ext uri="{0D108BD9-81ED-4DB2-BD59-A6C34878D82A}">
                    <a16:rowId xmlns:a16="http://schemas.microsoft.com/office/drawing/2014/main" val="3418397983"/>
                  </a:ext>
                </a:extLst>
              </a:tr>
              <a:tr h="651043">
                <a:tc>
                  <a:txBody>
                    <a:bodyPr/>
                    <a:lstStyle/>
                    <a:p>
                      <a:pPr algn="l"/>
                      <a:r>
                        <a:rPr lang="en-GB" sz="2800"/>
                        <a:t>Fusion 360</a:t>
                      </a:r>
                    </a:p>
                  </a:txBody>
                  <a:tcPr/>
                </a:tc>
                <a:extLst>
                  <a:ext uri="{0D108BD9-81ED-4DB2-BD59-A6C34878D82A}">
                    <a16:rowId xmlns:a16="http://schemas.microsoft.com/office/drawing/2014/main" val="397373869"/>
                  </a:ext>
                </a:extLst>
              </a:tr>
              <a:tr h="886141">
                <a:tc>
                  <a:txBody>
                    <a:bodyPr/>
                    <a:lstStyle/>
                    <a:p>
                      <a:pPr algn="l"/>
                      <a:r>
                        <a:rPr lang="en-GB" sz="2800"/>
                        <a:t>Hardware Tools or Parts (Soldering Iron, Pump, Multi-meter, Power Supply, Voltage Generator, Vero board)</a:t>
                      </a:r>
                      <a:endParaRPr lang="en-US"/>
                    </a:p>
                  </a:txBody>
                  <a:tcPr/>
                </a:tc>
                <a:extLst>
                  <a:ext uri="{0D108BD9-81ED-4DB2-BD59-A6C34878D82A}">
                    <a16:rowId xmlns:a16="http://schemas.microsoft.com/office/drawing/2014/main" val="781091498"/>
                  </a:ext>
                </a:extLst>
              </a:tr>
              <a:tr h="651043">
                <a:tc>
                  <a:txBody>
                    <a:bodyPr/>
                    <a:lstStyle/>
                    <a:p>
                      <a:pPr algn="l"/>
                      <a:r>
                        <a:rPr lang="en-GB" sz="2800" err="1"/>
                        <a:t>GitHu</a:t>
                      </a:r>
                      <a:r>
                        <a:rPr lang="en-GB" sz="2800"/>
                        <a:t>b</a:t>
                      </a:r>
                    </a:p>
                  </a:txBody>
                  <a:tcPr/>
                </a:tc>
                <a:extLst>
                  <a:ext uri="{0D108BD9-81ED-4DB2-BD59-A6C34878D82A}">
                    <a16:rowId xmlns:a16="http://schemas.microsoft.com/office/drawing/2014/main" val="3534891166"/>
                  </a:ext>
                </a:extLst>
              </a:tr>
              <a:tr h="651043">
                <a:tc>
                  <a:txBody>
                    <a:bodyPr/>
                    <a:lstStyle/>
                    <a:p>
                      <a:pPr lvl="0" algn="l">
                        <a:buNone/>
                      </a:pPr>
                      <a:r>
                        <a:rPr lang="en-GB" sz="2800"/>
                        <a:t>Project Management (</a:t>
                      </a:r>
                      <a:r>
                        <a:rPr lang="en-GB" sz="2800" err="1"/>
                        <a:t>eg.</a:t>
                      </a:r>
                      <a:r>
                        <a:rPr lang="en-GB" sz="2800"/>
                        <a:t> Gantt Charts)</a:t>
                      </a:r>
                    </a:p>
                  </a:txBody>
                  <a:tcPr/>
                </a:tc>
                <a:extLst>
                  <a:ext uri="{0D108BD9-81ED-4DB2-BD59-A6C34878D82A}">
                    <a16:rowId xmlns:a16="http://schemas.microsoft.com/office/drawing/2014/main" val="2725965311"/>
                  </a:ext>
                </a:extLst>
              </a:tr>
            </a:tbl>
          </a:graphicData>
        </a:graphic>
      </p:graphicFrame>
    </p:spTree>
    <p:extLst>
      <p:ext uri="{BB962C8B-B14F-4D97-AF65-F5344CB8AC3E}">
        <p14:creationId xmlns:p14="http://schemas.microsoft.com/office/powerpoint/2010/main" val="35830464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10824E-AD1D-E1E0-5648-99E0E4A3CE6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6DBC280-C7F1-412A-7B0A-FE4FB6DB5D4B}"/>
              </a:ext>
            </a:extLst>
          </p:cNvPr>
          <p:cNvSpPr>
            <a:spLocks noGrp="1"/>
          </p:cNvSpPr>
          <p:nvPr>
            <p:ph type="title"/>
          </p:nvPr>
        </p:nvSpPr>
        <p:spPr>
          <a:xfrm>
            <a:off x="10066" y="393940"/>
            <a:ext cx="12187386" cy="1456267"/>
          </a:xfrm>
        </p:spPr>
        <p:txBody>
          <a:bodyPr/>
          <a:lstStyle/>
          <a:p>
            <a:pPr algn="ctr"/>
            <a:r>
              <a:rPr lang="en-GB">
                <a:ea typeface="Calibri Light"/>
                <a:cs typeface="Calibri Light"/>
              </a:rPr>
              <a:t>Background theory / Motors used</a:t>
            </a:r>
          </a:p>
        </p:txBody>
      </p:sp>
      <p:sp>
        <p:nvSpPr>
          <p:cNvPr id="4" name="Content Placeholder 3">
            <a:extLst>
              <a:ext uri="{FF2B5EF4-FFF2-40B4-BE49-F238E27FC236}">
                <a16:creationId xmlns:a16="http://schemas.microsoft.com/office/drawing/2014/main" id="{767D7188-E7A3-D910-282F-3594B5EC014D}"/>
              </a:ext>
            </a:extLst>
          </p:cNvPr>
          <p:cNvSpPr>
            <a:spLocks noGrp="1"/>
          </p:cNvSpPr>
          <p:nvPr>
            <p:ph idx="1"/>
          </p:nvPr>
        </p:nvSpPr>
        <p:spPr/>
        <p:txBody>
          <a:bodyPr>
            <a:normAutofit/>
          </a:bodyPr>
          <a:lstStyle/>
          <a:p>
            <a:pPr marL="0" indent="0" algn="ctr">
              <a:buNone/>
            </a:pPr>
            <a:r>
              <a:rPr lang="en-GB" sz="4000">
                <a:ea typeface="Calibri"/>
                <a:cs typeface="Calibri"/>
              </a:rPr>
              <a:t>Stepper</a:t>
            </a:r>
            <a:r>
              <a:rPr lang="en-GB" sz="4000"/>
              <a:t> Motors</a:t>
            </a:r>
            <a:endParaRPr lang="en-US" sz="4000">
              <a:ea typeface="Calibri"/>
              <a:cs typeface="Calibri"/>
            </a:endParaRPr>
          </a:p>
          <a:p>
            <a:pPr marL="0" indent="0">
              <a:buClr>
                <a:srgbClr val="FFFFFF"/>
              </a:buClr>
              <a:buNone/>
            </a:pPr>
            <a:r>
              <a:rPr lang="en-GB" sz="2800"/>
              <a:t>The micro mouse requires two stepper motors which moves current through the motor creating a magnetic field causes the rotor to move. Stepper motors are ideal because they rotate in fixed steps for precise movements used techniques such as half-steps and micro-steps. DC motors are better in speed but for traversing a maze, precise movements are better. [1] [2]</a:t>
            </a:r>
            <a:endParaRPr lang="en-GB" sz="2800">
              <a:ea typeface="Calibri"/>
              <a:cs typeface="Calibri"/>
            </a:endParaRPr>
          </a:p>
          <a:p>
            <a:pPr>
              <a:buClr>
                <a:srgbClr val="FFFFFF"/>
              </a:buClr>
            </a:pPr>
            <a:endParaRPr lang="en-GB" sz="2400">
              <a:ea typeface="Calibri"/>
              <a:cs typeface="Calibri"/>
            </a:endParaRPr>
          </a:p>
        </p:txBody>
      </p:sp>
      <p:pic>
        <p:nvPicPr>
          <p:cNvPr id="3" name="Picture 2">
            <a:extLst>
              <a:ext uri="{FF2B5EF4-FFF2-40B4-BE49-F238E27FC236}">
                <a16:creationId xmlns:a16="http://schemas.microsoft.com/office/drawing/2014/main" id="{194DCE14-BB54-22A8-1253-F59007471361}"/>
              </a:ex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rot="1200000">
            <a:off x="10785589" y="4793462"/>
            <a:ext cx="1081142" cy="1302206"/>
          </a:xfrm>
          <a:prstGeom prst="rect">
            <a:avLst/>
          </a:prstGeom>
        </p:spPr>
      </p:pic>
      <p:sp>
        <p:nvSpPr>
          <p:cNvPr id="5" name="TextBox 4">
            <a:extLst>
              <a:ext uri="{FF2B5EF4-FFF2-40B4-BE49-F238E27FC236}">
                <a16:creationId xmlns:a16="http://schemas.microsoft.com/office/drawing/2014/main" id="{BF0C44FC-31D5-E042-5AD2-C108BBA9AE1A}"/>
              </a:ext>
            </a:extLst>
          </p:cNvPr>
          <p:cNvSpPr txBox="1"/>
          <p:nvPr/>
        </p:nvSpPr>
        <p:spPr>
          <a:xfrm>
            <a:off x="9946640" y="6040120"/>
            <a:ext cx="2245360" cy="101566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200" i="1">
                <a:solidFill>
                  <a:srgbClr val="FF0000"/>
                </a:solidFill>
                <a:latin typeface="Aptos"/>
              </a:rPr>
              <a:t>              </a:t>
            </a:r>
            <a:r>
              <a:rPr lang="en-US" sz="1200" i="1">
                <a:solidFill>
                  <a:srgbClr val="FFFFFF"/>
                </a:solidFill>
                <a:latin typeface="Aptos"/>
              </a:rPr>
              <a:t>Figure 1: Image of a stepper motor sold by RS components [2]</a:t>
            </a:r>
            <a:endParaRPr lang="en-GB">
              <a:solidFill>
                <a:srgbClr val="FFFFFF"/>
              </a:solidFill>
              <a:latin typeface="Calibri"/>
              <a:ea typeface="Calibri"/>
              <a:cs typeface="Calibri"/>
            </a:endParaRPr>
          </a:p>
          <a:p>
            <a:r>
              <a:rPr lang="en-US" sz="1200">
                <a:solidFill>
                  <a:srgbClr val="000000"/>
                </a:solidFill>
                <a:latin typeface="Aptos"/>
              </a:rPr>
              <a:t>​</a:t>
            </a:r>
            <a:endParaRPr lang="en-GB">
              <a:solidFill>
                <a:srgbClr val="FFFFFF"/>
              </a:solidFill>
              <a:latin typeface="Calibri"/>
              <a:ea typeface="Calibri"/>
              <a:cs typeface="Calibri"/>
            </a:endParaRPr>
          </a:p>
        </p:txBody>
      </p:sp>
    </p:spTree>
    <p:extLst>
      <p:ext uri="{BB962C8B-B14F-4D97-AF65-F5344CB8AC3E}">
        <p14:creationId xmlns:p14="http://schemas.microsoft.com/office/powerpoint/2010/main" val="43734596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8CB146-FA9C-D08E-0C6E-95C23A04E07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9F2EB94-174A-9B12-B290-4AE3A82F1DDA}"/>
              </a:ext>
            </a:extLst>
          </p:cNvPr>
          <p:cNvSpPr>
            <a:spLocks noGrp="1"/>
          </p:cNvSpPr>
          <p:nvPr>
            <p:ph type="title"/>
          </p:nvPr>
        </p:nvSpPr>
        <p:spPr>
          <a:xfrm>
            <a:off x="685801" y="393940"/>
            <a:ext cx="10131425" cy="1456267"/>
          </a:xfrm>
        </p:spPr>
        <p:txBody>
          <a:bodyPr/>
          <a:lstStyle/>
          <a:p>
            <a:pPr algn="ctr"/>
            <a:r>
              <a:rPr lang="en-GB">
                <a:ea typeface="Calibri Light"/>
                <a:cs typeface="Calibri Light"/>
              </a:rPr>
              <a:t>Background theory / Sensors used</a:t>
            </a:r>
          </a:p>
        </p:txBody>
      </p:sp>
      <p:sp>
        <p:nvSpPr>
          <p:cNvPr id="4" name="Content Placeholder 3">
            <a:extLst>
              <a:ext uri="{FF2B5EF4-FFF2-40B4-BE49-F238E27FC236}">
                <a16:creationId xmlns:a16="http://schemas.microsoft.com/office/drawing/2014/main" id="{3BF2D8A5-25E8-6B61-898A-F6B22717355A}"/>
              </a:ext>
            </a:extLst>
          </p:cNvPr>
          <p:cNvSpPr>
            <a:spLocks noGrp="1"/>
          </p:cNvSpPr>
          <p:nvPr>
            <p:ph idx="1"/>
          </p:nvPr>
        </p:nvSpPr>
        <p:spPr>
          <a:xfrm>
            <a:off x="685801" y="1451954"/>
            <a:ext cx="10131425" cy="4813698"/>
          </a:xfrm>
        </p:spPr>
        <p:txBody>
          <a:bodyPr>
            <a:normAutofit/>
          </a:bodyPr>
          <a:lstStyle/>
          <a:p>
            <a:pPr marL="0" indent="0" algn="ctr">
              <a:buNone/>
            </a:pPr>
            <a:r>
              <a:rPr lang="en-GB" sz="3200">
                <a:ea typeface="Calibri"/>
                <a:cs typeface="Calibri"/>
              </a:rPr>
              <a:t>Infra-Red Sensor and Ultrasonic Sensors</a:t>
            </a:r>
            <a:endParaRPr lang="en-US" sz="3200">
              <a:ea typeface="Calibri"/>
              <a:cs typeface="Calibri"/>
            </a:endParaRPr>
          </a:p>
          <a:p>
            <a:pPr>
              <a:buClr>
                <a:srgbClr val="FFFFFF"/>
              </a:buClr>
            </a:pPr>
            <a:r>
              <a:rPr lang="en-GB" sz="2400">
                <a:ea typeface="Calibri"/>
                <a:cs typeface="Calibri"/>
              </a:rPr>
              <a:t>Infra-Red Sen</a:t>
            </a:r>
            <a:r>
              <a:rPr lang="en-GB" sz="2400"/>
              <a:t>sors work by emitting infrared light and measuring the light reflected. If an object is close, more light is reflected, allowing the system to estimate distance. These sensors are fast and suitable for short-range detection, which makes them ideal for maze navigation. [3]</a:t>
            </a:r>
            <a:endParaRPr lang="en-GB" sz="2400">
              <a:ea typeface="Calibri"/>
              <a:cs typeface="Calibri"/>
            </a:endParaRPr>
          </a:p>
          <a:p>
            <a:pPr>
              <a:buClr>
                <a:srgbClr val="FFFFFF"/>
              </a:buClr>
            </a:pPr>
            <a:r>
              <a:rPr lang="en-GB" sz="2400"/>
              <a:t>Ultrasonic sensors, on the other hand, use sound waves. They emit a high-frequency sound pulse and measure the time it takes for the echo to return. Using the speed of sound, the distance to an object can be calculated. [4]</a:t>
            </a:r>
            <a:endParaRPr lang="en-GB">
              <a:ea typeface="Calibri" panose="020F0502020204030204"/>
              <a:cs typeface="Calibri" panose="020F0502020204030204"/>
            </a:endParaRPr>
          </a:p>
        </p:txBody>
      </p:sp>
    </p:spTree>
    <p:extLst>
      <p:ext uri="{BB962C8B-B14F-4D97-AF65-F5344CB8AC3E}">
        <p14:creationId xmlns:p14="http://schemas.microsoft.com/office/powerpoint/2010/main" val="422298573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5FBF40-474B-26D5-0D08-4C4F474C662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455D8A7-B519-C663-3733-024C8E9AE315}"/>
              </a:ext>
            </a:extLst>
          </p:cNvPr>
          <p:cNvSpPr>
            <a:spLocks noGrp="1"/>
          </p:cNvSpPr>
          <p:nvPr>
            <p:ph type="title"/>
          </p:nvPr>
        </p:nvSpPr>
        <p:spPr>
          <a:xfrm>
            <a:off x="10066" y="393940"/>
            <a:ext cx="12187386" cy="1456267"/>
          </a:xfrm>
        </p:spPr>
        <p:txBody>
          <a:bodyPr/>
          <a:lstStyle/>
          <a:p>
            <a:pPr algn="ctr"/>
            <a:r>
              <a:rPr lang="en-GB">
                <a:ea typeface="Calibri Light"/>
                <a:cs typeface="Calibri Light"/>
              </a:rPr>
              <a:t>Background theory / Software used</a:t>
            </a:r>
          </a:p>
        </p:txBody>
      </p:sp>
      <p:sp>
        <p:nvSpPr>
          <p:cNvPr id="4" name="Content Placeholder 3">
            <a:extLst>
              <a:ext uri="{FF2B5EF4-FFF2-40B4-BE49-F238E27FC236}">
                <a16:creationId xmlns:a16="http://schemas.microsoft.com/office/drawing/2014/main" id="{7617A691-469E-02FC-1166-DD4F426FE108}"/>
              </a:ext>
            </a:extLst>
          </p:cNvPr>
          <p:cNvSpPr>
            <a:spLocks noGrp="1"/>
          </p:cNvSpPr>
          <p:nvPr>
            <p:ph idx="1"/>
          </p:nvPr>
        </p:nvSpPr>
        <p:spPr>
          <a:xfrm>
            <a:off x="1030858" y="2745916"/>
            <a:ext cx="10131425" cy="3649133"/>
          </a:xfrm>
        </p:spPr>
        <p:txBody>
          <a:bodyPr vert="horz" lIns="91440" tIns="45720" rIns="91440" bIns="45720" rtlCol="0" anchor="ctr">
            <a:noAutofit/>
          </a:bodyPr>
          <a:lstStyle/>
          <a:p>
            <a:pPr marL="0" indent="0" algn="ctr">
              <a:buNone/>
            </a:pPr>
            <a:r>
              <a:rPr lang="en-GB" sz="4400">
                <a:ea typeface="Calibri"/>
                <a:cs typeface="Calibri"/>
              </a:rPr>
              <a:t>Keil Studio, </a:t>
            </a:r>
            <a:r>
              <a:rPr lang="en-GB" sz="4400" err="1">
                <a:ea typeface="Calibri"/>
                <a:cs typeface="Calibri"/>
              </a:rPr>
              <a:t>MBED.h</a:t>
            </a:r>
            <a:r>
              <a:rPr lang="en-GB" sz="4400">
                <a:ea typeface="Calibri"/>
                <a:cs typeface="Calibri"/>
              </a:rPr>
              <a:t>, C++</a:t>
            </a:r>
          </a:p>
          <a:p>
            <a:pPr>
              <a:buClr>
                <a:srgbClr val="FFFFFF"/>
              </a:buClr>
            </a:pPr>
            <a:r>
              <a:rPr lang="en-GB" sz="3200">
                <a:ea typeface="Calibri"/>
                <a:cs typeface="Calibri"/>
              </a:rPr>
              <a:t>The key part of the software handles real-time data</a:t>
            </a:r>
          </a:p>
          <a:p>
            <a:pPr>
              <a:buClr>
                <a:srgbClr val="FFFFFF"/>
              </a:buClr>
            </a:pPr>
            <a:r>
              <a:rPr lang="en-GB" sz="3200">
                <a:ea typeface="Calibri"/>
                <a:cs typeface="Calibri"/>
              </a:rPr>
              <a:t>The software collects </a:t>
            </a:r>
            <a:r>
              <a:rPr lang="en-GB" sz="3200" err="1">
                <a:ea typeface="Calibri"/>
                <a:cs typeface="Calibri"/>
              </a:rPr>
              <a:t>analog</a:t>
            </a:r>
            <a:r>
              <a:rPr lang="en-GB" sz="3200">
                <a:ea typeface="Calibri"/>
                <a:cs typeface="Calibri"/>
              </a:rPr>
              <a:t> data (voltage) at regular intervals , converts it into a digital value</a:t>
            </a:r>
          </a:p>
          <a:p>
            <a:pPr>
              <a:buClr>
                <a:srgbClr val="FFFFFF"/>
              </a:buClr>
            </a:pPr>
            <a:r>
              <a:rPr lang="en-GB" sz="3200">
                <a:ea typeface="Calibri"/>
                <a:cs typeface="Calibri"/>
              </a:rPr>
              <a:t>The data collected is used to execute suitable action</a:t>
            </a:r>
          </a:p>
          <a:p>
            <a:pPr>
              <a:buClr>
                <a:srgbClr val="FFFFFF"/>
              </a:buClr>
            </a:pPr>
            <a:r>
              <a:rPr lang="en-GB" sz="3200">
                <a:ea typeface="Calibri"/>
                <a:cs typeface="Calibri"/>
              </a:rPr>
              <a:t>The data is also stored to be used for </a:t>
            </a:r>
            <a:r>
              <a:rPr lang="en-GB" sz="3200">
                <a:ea typeface="+mn-lt"/>
                <a:cs typeface="+mn-lt"/>
              </a:rPr>
              <a:t>algorithmic </a:t>
            </a:r>
            <a:r>
              <a:rPr lang="en-GB" sz="3200">
                <a:ea typeface="Calibri"/>
                <a:cs typeface="Calibri"/>
              </a:rPr>
              <a:t>logic (Lee's Algorithm)</a:t>
            </a:r>
          </a:p>
          <a:p>
            <a:pPr marL="0" indent="0">
              <a:buClr>
                <a:srgbClr val="FFFFFF"/>
              </a:buClr>
              <a:buNone/>
            </a:pPr>
            <a:r>
              <a:rPr lang="en-GB" sz="3200">
                <a:ea typeface="Calibri"/>
                <a:cs typeface="Calibri"/>
              </a:rPr>
              <a:t>[5]</a:t>
            </a:r>
          </a:p>
          <a:p>
            <a:pPr>
              <a:buClr>
                <a:srgbClr val="FFFFFF"/>
              </a:buClr>
            </a:pPr>
            <a:endParaRPr lang="en-GB">
              <a:ea typeface="Calibri"/>
              <a:cs typeface="Calibri"/>
            </a:endParaRPr>
          </a:p>
          <a:p>
            <a:pPr marL="0" indent="0">
              <a:buClr>
                <a:prstClr val="white"/>
              </a:buClr>
              <a:buNone/>
            </a:pPr>
            <a:endParaRPr lang="en-GB" sz="2800">
              <a:ea typeface="Calibri"/>
              <a:cs typeface="Calibri"/>
            </a:endParaRPr>
          </a:p>
          <a:p>
            <a:pPr>
              <a:buClr>
                <a:srgbClr val="FFFFFF"/>
              </a:buClr>
            </a:pPr>
            <a:endParaRPr lang="en-GB" sz="2400">
              <a:ea typeface="Calibri"/>
              <a:cs typeface="Calibri"/>
            </a:endParaRPr>
          </a:p>
        </p:txBody>
      </p:sp>
    </p:spTree>
    <p:extLst>
      <p:ext uri="{BB962C8B-B14F-4D97-AF65-F5344CB8AC3E}">
        <p14:creationId xmlns:p14="http://schemas.microsoft.com/office/powerpoint/2010/main" val="126850907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1421F1-8D02-AEB4-89F3-1BDF6D9A66D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2550B2A-1ABA-B42B-3D8A-ECE0960195EB}"/>
              </a:ext>
            </a:extLst>
          </p:cNvPr>
          <p:cNvSpPr>
            <a:spLocks noGrp="1"/>
          </p:cNvSpPr>
          <p:nvPr>
            <p:ph type="title"/>
          </p:nvPr>
        </p:nvSpPr>
        <p:spPr>
          <a:xfrm>
            <a:off x="10066" y="393940"/>
            <a:ext cx="12187386" cy="1456267"/>
          </a:xfrm>
        </p:spPr>
        <p:txBody>
          <a:bodyPr/>
          <a:lstStyle/>
          <a:p>
            <a:pPr algn="ctr"/>
            <a:r>
              <a:rPr lang="en-GB">
                <a:ea typeface="Calibri Light"/>
                <a:cs typeface="Calibri Light"/>
              </a:rPr>
              <a:t>Mechanics of a micro mouse</a:t>
            </a:r>
            <a:endParaRPr lang="en-US" err="1"/>
          </a:p>
        </p:txBody>
      </p:sp>
      <p:sp>
        <p:nvSpPr>
          <p:cNvPr id="4" name="Content Placeholder 3">
            <a:extLst>
              <a:ext uri="{FF2B5EF4-FFF2-40B4-BE49-F238E27FC236}">
                <a16:creationId xmlns:a16="http://schemas.microsoft.com/office/drawing/2014/main" id="{2C81AE9D-969F-B3D7-AA54-BBC3780EEBC6}"/>
              </a:ext>
            </a:extLst>
          </p:cNvPr>
          <p:cNvSpPr>
            <a:spLocks noGrp="1"/>
          </p:cNvSpPr>
          <p:nvPr>
            <p:ph idx="1"/>
          </p:nvPr>
        </p:nvSpPr>
        <p:spPr>
          <a:xfrm>
            <a:off x="1030858" y="1995122"/>
            <a:ext cx="10131425" cy="3088839"/>
          </a:xfrm>
        </p:spPr>
        <p:txBody>
          <a:bodyPr vert="horz" lIns="91440" tIns="45720" rIns="91440" bIns="45720" rtlCol="0" anchor="ctr">
            <a:noAutofit/>
          </a:bodyPr>
          <a:lstStyle/>
          <a:p>
            <a:pPr marL="0" indent="0">
              <a:buNone/>
            </a:pPr>
            <a:r>
              <a:rPr lang="en-GB" sz="2800">
                <a:ea typeface="Calibri"/>
                <a:cs typeface="Calibri"/>
              </a:rPr>
              <a:t>Steps Per Revolution = (360 / Step Angle) </a:t>
            </a:r>
            <a:endParaRPr lang="en-US" sz="2800">
              <a:ea typeface="Calibri"/>
              <a:cs typeface="Calibri"/>
            </a:endParaRPr>
          </a:p>
          <a:p>
            <a:pPr marL="0" indent="0">
              <a:buNone/>
            </a:pPr>
            <a:r>
              <a:rPr lang="en-GB" sz="2800"/>
              <a:t>Wheel Circumference = 2 * π * r</a:t>
            </a:r>
            <a:endParaRPr lang="en-GB" sz="2800">
              <a:ea typeface="Calibri"/>
              <a:cs typeface="Calibri"/>
            </a:endParaRPr>
          </a:p>
          <a:p>
            <a:pPr>
              <a:buNone/>
            </a:pPr>
            <a:r>
              <a:rPr lang="en-GB" sz="2800">
                <a:ea typeface="Calibri"/>
                <a:cs typeface="Calibri"/>
              </a:rPr>
              <a:t>Distance Per Step = Circumference / Steps Per Revolution</a:t>
            </a:r>
            <a:endParaRPr lang="en-GB" sz="2800" b="1">
              <a:ea typeface="Calibri"/>
              <a:cs typeface="Calibri"/>
            </a:endParaRPr>
          </a:p>
          <a:p>
            <a:pPr marL="0" indent="0">
              <a:buNone/>
            </a:pPr>
            <a:r>
              <a:rPr lang="en-GB" sz="2800">
                <a:ea typeface="Calibri"/>
                <a:cs typeface="Calibri"/>
              </a:rPr>
              <a:t>Total Steps Per Distance = Target Distance / Distance Per Step</a:t>
            </a:r>
          </a:p>
          <a:p>
            <a:pPr marL="0" indent="0">
              <a:buNone/>
            </a:pPr>
            <a:r>
              <a:rPr lang="en-GB" sz="2800">
                <a:ea typeface="Calibri"/>
                <a:cs typeface="Calibri"/>
              </a:rPr>
              <a:t>Stepping Frequency = Total Steps/ Time (s)</a:t>
            </a:r>
          </a:p>
          <a:p>
            <a:pPr>
              <a:buClr>
                <a:srgbClr val="FFFFFF"/>
              </a:buClr>
            </a:pPr>
            <a:endParaRPr lang="en-GB">
              <a:ea typeface="Calibri"/>
              <a:cs typeface="Calibri"/>
            </a:endParaRPr>
          </a:p>
        </p:txBody>
      </p:sp>
    </p:spTree>
    <p:extLst>
      <p:ext uri="{BB962C8B-B14F-4D97-AF65-F5344CB8AC3E}">
        <p14:creationId xmlns:p14="http://schemas.microsoft.com/office/powerpoint/2010/main" val="207929123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78FE84-DDD0-3F9A-B436-274B3BF4721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88F9D97-F838-52C6-3159-7DC668CD2776}"/>
              </a:ext>
            </a:extLst>
          </p:cNvPr>
          <p:cNvSpPr>
            <a:spLocks noGrp="1"/>
          </p:cNvSpPr>
          <p:nvPr>
            <p:ph type="title"/>
          </p:nvPr>
        </p:nvSpPr>
        <p:spPr>
          <a:xfrm>
            <a:off x="10066" y="393940"/>
            <a:ext cx="12187386" cy="1456267"/>
          </a:xfrm>
        </p:spPr>
        <p:txBody>
          <a:bodyPr/>
          <a:lstStyle/>
          <a:p>
            <a:pPr algn="ctr"/>
            <a:r>
              <a:rPr lang="en-US">
                <a:ea typeface="Calibri Light"/>
                <a:cs typeface="Calibri Light"/>
              </a:rPr>
              <a:t>Broader concerns: Sustainability</a:t>
            </a:r>
            <a:endParaRPr lang="en-US">
              <a:solidFill>
                <a:srgbClr val="000000"/>
              </a:solidFill>
              <a:ea typeface="Calibri Light"/>
              <a:cs typeface="Calibri Light"/>
            </a:endParaRPr>
          </a:p>
        </p:txBody>
      </p:sp>
      <p:sp>
        <p:nvSpPr>
          <p:cNvPr id="4" name="Content Placeholder 3">
            <a:extLst>
              <a:ext uri="{FF2B5EF4-FFF2-40B4-BE49-F238E27FC236}">
                <a16:creationId xmlns:a16="http://schemas.microsoft.com/office/drawing/2014/main" id="{C2CE8DCA-885B-32CE-1CCA-0D88AAC68B6B}"/>
              </a:ext>
            </a:extLst>
          </p:cNvPr>
          <p:cNvSpPr>
            <a:spLocks noGrp="1"/>
          </p:cNvSpPr>
          <p:nvPr>
            <p:ph idx="1"/>
          </p:nvPr>
        </p:nvSpPr>
        <p:spPr>
          <a:xfrm>
            <a:off x="757689" y="1707575"/>
            <a:ext cx="10692141" cy="4469065"/>
          </a:xfrm>
        </p:spPr>
        <p:txBody>
          <a:bodyPr vert="horz" lIns="91440" tIns="45720" rIns="91440" bIns="45720" rtlCol="0" anchor="ctr">
            <a:noAutofit/>
          </a:bodyPr>
          <a:lstStyle/>
          <a:p>
            <a:pPr>
              <a:buClr>
                <a:srgbClr val="FFFFFF"/>
              </a:buClr>
            </a:pPr>
            <a:r>
              <a:rPr lang="en-US" sz="2000">
                <a:ea typeface="Calibri"/>
                <a:cs typeface="Calibri"/>
              </a:rPr>
              <a:t>AA 1.5V Alkaline batteries were selected - don’t have a long lifespan; the micro mouse can hold 8 batteries but it's a high power consumer. 3 batteries only lasted a few days. Wiring and power issues could have caused the batteries to short circuit. </a:t>
            </a:r>
          </a:p>
          <a:p>
            <a:pPr>
              <a:buClr>
                <a:srgbClr val="FFFFFF"/>
              </a:buClr>
            </a:pPr>
            <a:r>
              <a:rPr lang="en-US" sz="2000">
                <a:ea typeface="Calibri"/>
                <a:cs typeface="Calibri"/>
              </a:rPr>
              <a:t>The micro mouse uses stepper motors due to them being precise, but the downside is that they are not energy efficient; will draw current continuously even when not moving. This means wasted energy from the batteries leading to batteries needed to be changed frequently. </a:t>
            </a:r>
          </a:p>
          <a:p>
            <a:pPr>
              <a:buClr>
                <a:srgbClr val="FFFFFF"/>
              </a:buClr>
            </a:pPr>
            <a:r>
              <a:rPr lang="en-US" sz="2000">
                <a:ea typeface="Calibri"/>
                <a:cs typeface="Calibri"/>
              </a:rPr>
              <a:t>Many components are reusable; ultrasonic sensor, motor driver IC, and MBED board chassis and stepper motors. These can all be desoldered and reused for another project. </a:t>
            </a:r>
          </a:p>
          <a:p>
            <a:pPr marL="342900" indent="-342900">
              <a:spcAft>
                <a:spcPts val="0"/>
              </a:spcAft>
              <a:buClr>
                <a:prstClr val="white"/>
              </a:buClr>
            </a:pPr>
            <a:r>
              <a:rPr lang="en-GB" sz="2000">
                <a:ea typeface="Calibri"/>
                <a:cs typeface="Calibri"/>
              </a:rPr>
              <a:t>Disposing of used batteries must be done properly as they contain hazardous material and are flammable</a:t>
            </a:r>
          </a:p>
        </p:txBody>
      </p:sp>
    </p:spTree>
    <p:extLst>
      <p:ext uri="{BB962C8B-B14F-4D97-AF65-F5344CB8AC3E}">
        <p14:creationId xmlns:p14="http://schemas.microsoft.com/office/powerpoint/2010/main" val="164073240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58D8A5-A97F-151A-1B13-220B67E70D7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A27DA82-7C9E-C642-C71F-C982BE202E5C}"/>
              </a:ext>
            </a:extLst>
          </p:cNvPr>
          <p:cNvSpPr>
            <a:spLocks noGrp="1"/>
          </p:cNvSpPr>
          <p:nvPr>
            <p:ph type="title"/>
          </p:nvPr>
        </p:nvSpPr>
        <p:spPr>
          <a:xfrm>
            <a:off x="10066" y="393940"/>
            <a:ext cx="12187386" cy="1456267"/>
          </a:xfrm>
        </p:spPr>
        <p:txBody>
          <a:bodyPr/>
          <a:lstStyle/>
          <a:p>
            <a:r>
              <a:rPr lang="en-US">
                <a:ea typeface="Calibri Light"/>
                <a:cs typeface="Calibri Light"/>
              </a:rPr>
              <a:t>            Broader concerns: Commercial Matters</a:t>
            </a:r>
            <a:endParaRPr lang="en-GB">
              <a:solidFill>
                <a:srgbClr val="000000"/>
              </a:solidFill>
              <a:ea typeface="Calibri Light"/>
              <a:cs typeface="Calibri Light"/>
            </a:endParaRPr>
          </a:p>
        </p:txBody>
      </p:sp>
      <p:sp>
        <p:nvSpPr>
          <p:cNvPr id="4" name="Content Placeholder 3">
            <a:extLst>
              <a:ext uri="{FF2B5EF4-FFF2-40B4-BE49-F238E27FC236}">
                <a16:creationId xmlns:a16="http://schemas.microsoft.com/office/drawing/2014/main" id="{9E490370-540F-B8EB-8687-B3DCAA993A1E}"/>
              </a:ext>
            </a:extLst>
          </p:cNvPr>
          <p:cNvSpPr>
            <a:spLocks noGrp="1"/>
          </p:cNvSpPr>
          <p:nvPr>
            <p:ph idx="1"/>
          </p:nvPr>
        </p:nvSpPr>
        <p:spPr>
          <a:xfrm>
            <a:off x="1030858" y="1995122"/>
            <a:ext cx="10131425" cy="4224650"/>
          </a:xfrm>
        </p:spPr>
        <p:txBody>
          <a:bodyPr vert="horz" lIns="91440" tIns="45720" rIns="91440" bIns="45720" rtlCol="0" anchor="ctr">
            <a:noAutofit/>
          </a:bodyPr>
          <a:lstStyle/>
          <a:p>
            <a:pPr marL="0" indent="0">
              <a:spcAft>
                <a:spcPts val="0"/>
              </a:spcAft>
              <a:buNone/>
            </a:pPr>
            <a:r>
              <a:rPr lang="en-GB" sz="2400">
                <a:ea typeface="Calibri"/>
                <a:cs typeface="Calibri"/>
              </a:rPr>
              <a:t>For the micro mouse project most standard parts were provided like the MBED LPC1768 , L297Stepper Motor Controller , Y129 Unipolar stepper motor and ULN 2003 Motor Driver. As these were provided at no cost, the overall expense for the team was fairly low.</a:t>
            </a:r>
            <a:endParaRPr lang="en-US" sz="2400">
              <a:ea typeface="Calibri"/>
              <a:cs typeface="Calibri"/>
            </a:endParaRPr>
          </a:p>
          <a:p>
            <a:pPr marL="0" indent="0">
              <a:spcAft>
                <a:spcPts val="0"/>
              </a:spcAft>
              <a:buNone/>
            </a:pPr>
            <a:endParaRPr lang="en-GB" sz="2400">
              <a:ea typeface="Calibri"/>
              <a:cs typeface="Calibri"/>
            </a:endParaRPr>
          </a:p>
          <a:p>
            <a:pPr marL="0" indent="0">
              <a:spcAft>
                <a:spcPts val="0"/>
              </a:spcAft>
              <a:buNone/>
            </a:pPr>
            <a:r>
              <a:rPr lang="en-GB" sz="2400">
                <a:ea typeface="Calibri"/>
                <a:cs typeface="Calibri"/>
              </a:rPr>
              <a:t>Other components like diodes , resistors , LEDs , switches were also provided for no extra cost.</a:t>
            </a:r>
            <a:endParaRPr lang="en-US" sz="2400">
              <a:ea typeface="Calibri"/>
              <a:cs typeface="Calibri"/>
            </a:endParaRPr>
          </a:p>
          <a:p>
            <a:pPr marL="0" indent="0">
              <a:spcAft>
                <a:spcPts val="0"/>
              </a:spcAft>
              <a:buNone/>
            </a:pPr>
            <a:endParaRPr lang="en-GB" sz="2400">
              <a:ea typeface="Calibri"/>
              <a:cs typeface="Calibri"/>
            </a:endParaRPr>
          </a:p>
          <a:p>
            <a:pPr marL="0" indent="0">
              <a:spcAft>
                <a:spcPts val="0"/>
              </a:spcAft>
              <a:buNone/>
            </a:pPr>
            <a:r>
              <a:rPr lang="en-GB" sz="2400">
                <a:ea typeface="Calibri"/>
                <a:cs typeface="Calibri"/>
              </a:rPr>
              <a:t> AA 1.5V alkaline batteries  and blue tack were the only expenses </a:t>
            </a:r>
          </a:p>
        </p:txBody>
      </p:sp>
    </p:spTree>
    <p:extLst>
      <p:ext uri="{BB962C8B-B14F-4D97-AF65-F5344CB8AC3E}">
        <p14:creationId xmlns:p14="http://schemas.microsoft.com/office/powerpoint/2010/main" val="235358175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8DD168-07E1-1826-B5C0-A650B35814A4}"/>
              </a:ext>
            </a:extLst>
          </p:cNvPr>
          <p:cNvSpPr>
            <a:spLocks noGrp="1"/>
          </p:cNvSpPr>
          <p:nvPr>
            <p:ph type="title"/>
          </p:nvPr>
        </p:nvSpPr>
        <p:spPr>
          <a:xfrm>
            <a:off x="685801" y="609600"/>
            <a:ext cx="10131425" cy="838041"/>
          </a:xfrm>
        </p:spPr>
        <p:txBody>
          <a:bodyPr/>
          <a:lstStyle/>
          <a:p>
            <a:r>
              <a:rPr lang="en-US">
                <a:ea typeface="Calibri Light"/>
                <a:cs typeface="Calibri Light"/>
              </a:rPr>
              <a:t>                                 social impact</a:t>
            </a:r>
            <a:endParaRPr lang="en-GB">
              <a:solidFill>
                <a:srgbClr val="000000"/>
              </a:solidFill>
              <a:ea typeface="Calibri Light"/>
              <a:cs typeface="Calibri Light"/>
            </a:endParaRPr>
          </a:p>
        </p:txBody>
      </p:sp>
      <p:sp>
        <p:nvSpPr>
          <p:cNvPr id="3" name="Content Placeholder 2">
            <a:extLst>
              <a:ext uri="{FF2B5EF4-FFF2-40B4-BE49-F238E27FC236}">
                <a16:creationId xmlns:a16="http://schemas.microsoft.com/office/drawing/2014/main" id="{A0CD7C7C-7D62-8168-53EB-9CE0A5FE0301}"/>
              </a:ext>
            </a:extLst>
          </p:cNvPr>
          <p:cNvSpPr>
            <a:spLocks noGrp="1"/>
          </p:cNvSpPr>
          <p:nvPr>
            <p:ph idx="1"/>
          </p:nvPr>
        </p:nvSpPr>
        <p:spPr>
          <a:xfrm>
            <a:off x="685801" y="1696370"/>
            <a:ext cx="10620255" cy="4540528"/>
          </a:xfrm>
        </p:spPr>
        <p:txBody>
          <a:bodyPr vert="horz" lIns="91440" tIns="45720" rIns="91440" bIns="45720" rtlCol="0" anchor="ctr">
            <a:noAutofit/>
          </a:bodyPr>
          <a:lstStyle/>
          <a:p>
            <a:pPr marL="0" indent="0">
              <a:buNone/>
            </a:pPr>
            <a:r>
              <a:rPr lang="en-US" sz="2400"/>
              <a:t>Skills development - the micro mouse project took place in a STEM learning environment where all the team members improved their technical and soft skills. </a:t>
            </a:r>
            <a:endParaRPr lang="en-US" sz="2400">
              <a:ea typeface="Calibri"/>
              <a:cs typeface="Calibri"/>
            </a:endParaRPr>
          </a:p>
          <a:p>
            <a:pPr>
              <a:buClr>
                <a:srgbClr val="FFFFFF"/>
              </a:buClr>
            </a:pPr>
            <a:endParaRPr lang="en-US" sz="2400">
              <a:ea typeface="Calibri"/>
              <a:cs typeface="Calibri"/>
            </a:endParaRPr>
          </a:p>
          <a:p>
            <a:pPr marL="0" indent="0">
              <a:buClr>
                <a:srgbClr val="FFFFFF"/>
              </a:buClr>
              <a:buNone/>
            </a:pPr>
            <a:r>
              <a:rPr lang="en-US" sz="2400">
                <a:ea typeface="Calibri"/>
                <a:cs typeface="Calibri"/>
              </a:rPr>
              <a:t>Accessibility  -  all of the core components were provided along with the standard solutions. The team </a:t>
            </a:r>
            <a:r>
              <a:rPr lang="en-US" sz="2400" err="1">
                <a:ea typeface="Calibri"/>
                <a:cs typeface="Calibri"/>
              </a:rPr>
              <a:t>utilised</a:t>
            </a:r>
            <a:r>
              <a:rPr lang="en-US" sz="2400">
                <a:ea typeface="Calibri"/>
                <a:cs typeface="Calibri"/>
              </a:rPr>
              <a:t> cloud services and social media to communicate effectively and access all shared documents </a:t>
            </a:r>
          </a:p>
          <a:p>
            <a:pPr>
              <a:buClr>
                <a:srgbClr val="FFFFFF"/>
              </a:buClr>
            </a:pPr>
            <a:endParaRPr lang="en-US" sz="2400">
              <a:ea typeface="Calibri"/>
              <a:cs typeface="Calibri"/>
            </a:endParaRPr>
          </a:p>
          <a:p>
            <a:pPr marL="0" indent="0">
              <a:buClr>
                <a:srgbClr val="FFFFFF"/>
              </a:buClr>
              <a:buNone/>
            </a:pPr>
            <a:r>
              <a:rPr lang="en-US" sz="2400">
                <a:ea typeface="Calibri"/>
                <a:cs typeface="Calibri"/>
              </a:rPr>
              <a:t> Innovation – during assembly and testing new factors had to be taken into account; placement of sensors and batteries, weight distribution, distance between sensors and walls</a:t>
            </a:r>
          </a:p>
          <a:p>
            <a:pPr>
              <a:buClr>
                <a:srgbClr val="FFFFFF"/>
              </a:buClr>
            </a:pPr>
            <a:endParaRPr lang="en-GB" sz="2400">
              <a:ea typeface="Calibri"/>
              <a:cs typeface="Calibri"/>
            </a:endParaRPr>
          </a:p>
        </p:txBody>
      </p:sp>
    </p:spTree>
    <p:extLst>
      <p:ext uri="{BB962C8B-B14F-4D97-AF65-F5344CB8AC3E}">
        <p14:creationId xmlns:p14="http://schemas.microsoft.com/office/powerpoint/2010/main" val="377169417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7C888A-B655-BF99-46CA-DBEACCF7F6E4}"/>
              </a:ext>
            </a:extLst>
          </p:cNvPr>
          <p:cNvSpPr>
            <a:spLocks noGrp="1"/>
          </p:cNvSpPr>
          <p:nvPr>
            <p:ph type="title"/>
          </p:nvPr>
        </p:nvSpPr>
        <p:spPr>
          <a:xfrm>
            <a:off x="1231558" y="2060"/>
            <a:ext cx="10131425" cy="1456267"/>
          </a:xfrm>
        </p:spPr>
        <p:txBody>
          <a:bodyPr/>
          <a:lstStyle/>
          <a:p>
            <a:r>
              <a:rPr lang="en-US">
                <a:ea typeface="Calibri Light"/>
                <a:cs typeface="Calibri Light"/>
              </a:rPr>
              <a:t>                   Product life cycles &amp; Risk </a:t>
            </a:r>
            <a:endParaRPr lang="en-US"/>
          </a:p>
        </p:txBody>
      </p:sp>
      <p:sp>
        <p:nvSpPr>
          <p:cNvPr id="3" name="Content Placeholder 2">
            <a:extLst>
              <a:ext uri="{FF2B5EF4-FFF2-40B4-BE49-F238E27FC236}">
                <a16:creationId xmlns:a16="http://schemas.microsoft.com/office/drawing/2014/main" id="{EDA1E974-4099-07C9-A7A8-07FC47A74F79}"/>
              </a:ext>
            </a:extLst>
          </p:cNvPr>
          <p:cNvSpPr>
            <a:spLocks noGrp="1"/>
          </p:cNvSpPr>
          <p:nvPr>
            <p:ph idx="1"/>
          </p:nvPr>
        </p:nvSpPr>
        <p:spPr>
          <a:xfrm>
            <a:off x="843777" y="1435998"/>
            <a:ext cx="10131425" cy="5111940"/>
          </a:xfrm>
        </p:spPr>
        <p:txBody>
          <a:bodyPr>
            <a:normAutofit/>
          </a:bodyPr>
          <a:lstStyle/>
          <a:p>
            <a:pPr marL="457200" indent="-457200">
              <a:buAutoNum type="arabicPeriod"/>
            </a:pPr>
            <a:r>
              <a:rPr lang="en-US" sz="2400">
                <a:ea typeface="Calibri"/>
                <a:cs typeface="Calibri"/>
              </a:rPr>
              <a:t>Research  - decisions made on sensor types, number of sensors, motor types, and chassis design</a:t>
            </a:r>
            <a:endParaRPr lang="en-US"/>
          </a:p>
          <a:p>
            <a:pPr marL="342900" indent="-342900">
              <a:buClr>
                <a:srgbClr val="FFFFFF"/>
              </a:buClr>
              <a:buAutoNum type="arabicPeriod"/>
            </a:pPr>
            <a:r>
              <a:rPr lang="en-US" sz="2400">
                <a:ea typeface="Calibri"/>
                <a:cs typeface="Calibri"/>
              </a:rPr>
              <a:t>Required tasks - identifying tasks needed to achieve goal and allocating these</a:t>
            </a:r>
          </a:p>
          <a:p>
            <a:pPr marL="342900" indent="-342900">
              <a:buClr>
                <a:srgbClr val="FFFFFF"/>
              </a:buClr>
              <a:buAutoNum type="arabicPeriod"/>
            </a:pPr>
            <a:r>
              <a:rPr lang="en-US" sz="2400">
                <a:ea typeface="Calibri"/>
                <a:cs typeface="Calibri"/>
              </a:rPr>
              <a:t>Tasks execution - building the sub systems and unit testing each</a:t>
            </a:r>
          </a:p>
          <a:p>
            <a:pPr marL="342900" indent="-342900">
              <a:buClr>
                <a:srgbClr val="FFFFFF"/>
              </a:buClr>
              <a:buAutoNum type="arabicPeriod"/>
            </a:pPr>
            <a:r>
              <a:rPr lang="en-US" sz="2400">
                <a:ea typeface="Calibri"/>
                <a:cs typeface="Calibri"/>
              </a:rPr>
              <a:t>System integration - assembling of hardware and software</a:t>
            </a:r>
          </a:p>
          <a:p>
            <a:pPr marL="342900" indent="-342900">
              <a:buClr>
                <a:srgbClr val="FFFFFF"/>
              </a:buClr>
              <a:buAutoNum type="arabicPeriod"/>
            </a:pPr>
            <a:r>
              <a:rPr lang="en-US" sz="2400">
                <a:ea typeface="Calibri"/>
                <a:cs typeface="Calibri"/>
              </a:rPr>
              <a:t>Testing - debugging code, resolving soldering/wiring issues</a:t>
            </a:r>
          </a:p>
          <a:p>
            <a:pPr marL="342900" indent="-342900">
              <a:buClr>
                <a:srgbClr val="FFFFFF"/>
              </a:buClr>
              <a:buAutoNum type="arabicPeriod"/>
            </a:pPr>
            <a:r>
              <a:rPr lang="en-US" sz="2400">
                <a:ea typeface="Calibri"/>
                <a:cs typeface="Calibri"/>
              </a:rPr>
              <a:t>Final product - achievement of project and demonstrating it </a:t>
            </a:r>
          </a:p>
        </p:txBody>
      </p:sp>
    </p:spTree>
    <p:extLst>
      <p:ext uri="{BB962C8B-B14F-4D97-AF65-F5344CB8AC3E}">
        <p14:creationId xmlns:p14="http://schemas.microsoft.com/office/powerpoint/2010/main" val="204760633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66F3C2-A62A-36D5-97CA-1E0497566E53}"/>
              </a:ext>
            </a:extLst>
          </p:cNvPr>
          <p:cNvSpPr>
            <a:spLocks noGrp="1"/>
          </p:cNvSpPr>
          <p:nvPr>
            <p:ph type="title"/>
          </p:nvPr>
        </p:nvSpPr>
        <p:spPr/>
        <p:txBody>
          <a:bodyPr/>
          <a:lstStyle/>
          <a:p>
            <a:pPr algn="ctr"/>
            <a:r>
              <a:rPr lang="en-GB">
                <a:ea typeface="Calibri Light"/>
                <a:cs typeface="Calibri Light"/>
              </a:rPr>
              <a:t>System implementation</a:t>
            </a:r>
          </a:p>
        </p:txBody>
      </p:sp>
      <p:sp>
        <p:nvSpPr>
          <p:cNvPr id="3" name="Content Placeholder 2">
            <a:extLst>
              <a:ext uri="{FF2B5EF4-FFF2-40B4-BE49-F238E27FC236}">
                <a16:creationId xmlns:a16="http://schemas.microsoft.com/office/drawing/2014/main" id="{DDD1B9AC-82F3-17DC-C210-28F5BE8DB704}"/>
              </a:ext>
            </a:extLst>
          </p:cNvPr>
          <p:cNvSpPr>
            <a:spLocks noGrp="1"/>
          </p:cNvSpPr>
          <p:nvPr>
            <p:ph idx="1"/>
          </p:nvPr>
        </p:nvSpPr>
        <p:spPr>
          <a:xfrm>
            <a:off x="685801" y="2098935"/>
            <a:ext cx="10131425" cy="4152340"/>
          </a:xfrm>
        </p:spPr>
        <p:txBody>
          <a:bodyPr/>
          <a:lstStyle/>
          <a:p>
            <a:r>
              <a:rPr lang="en-GB" sz="2400">
                <a:ea typeface="+mn-lt"/>
                <a:cs typeface="+mn-lt"/>
              </a:rPr>
              <a:t>Challenge: Navigate an 8 × 8 maze (16 cm × 16 cm cells) , with no prior knowledge of layout, to reach an end point</a:t>
            </a:r>
            <a:endParaRPr lang="en-GB" sz="2400">
              <a:ea typeface="Calibri" panose="020F0502020204030204"/>
              <a:cs typeface="Calibri" panose="020F0502020204030204"/>
            </a:endParaRPr>
          </a:p>
          <a:p>
            <a:pPr>
              <a:buClr>
                <a:srgbClr val="FFFFFF"/>
              </a:buClr>
            </a:pPr>
            <a:r>
              <a:rPr lang="en-GB" sz="2400">
                <a:ea typeface="+mn-lt"/>
                <a:cs typeface="+mn-lt"/>
              </a:rPr>
              <a:t>Sensing: IR + Ultrasonic sensors </a:t>
            </a:r>
            <a:endParaRPr lang="en-GB" sz="2400">
              <a:ea typeface="Calibri"/>
              <a:cs typeface="Calibri"/>
            </a:endParaRPr>
          </a:p>
          <a:p>
            <a:pPr>
              <a:buClr>
                <a:srgbClr val="FFFFFF"/>
              </a:buClr>
            </a:pPr>
            <a:r>
              <a:rPr lang="en-GB" sz="2400">
                <a:ea typeface="+mn-lt"/>
                <a:cs typeface="+mn-lt"/>
              </a:rPr>
              <a:t>Processing: Microcontroller (navigation + decision-making) </a:t>
            </a:r>
            <a:endParaRPr lang="en-GB" sz="2400">
              <a:ea typeface="Calibri"/>
              <a:cs typeface="Calibri"/>
            </a:endParaRPr>
          </a:p>
          <a:p>
            <a:pPr>
              <a:buClr>
                <a:srgbClr val="FFFFFF"/>
              </a:buClr>
            </a:pPr>
            <a:r>
              <a:rPr lang="en-GB" sz="2400">
                <a:ea typeface="+mn-lt"/>
                <a:cs typeface="+mn-lt"/>
              </a:rPr>
              <a:t>Actuation: Stepper motors with motor drivers</a:t>
            </a:r>
            <a:endParaRPr lang="en-GB" sz="2400">
              <a:ea typeface="Calibri"/>
              <a:cs typeface="Calibri"/>
            </a:endParaRPr>
          </a:p>
          <a:p>
            <a:pPr>
              <a:buClr>
                <a:srgbClr val="FFFFFF"/>
              </a:buClr>
            </a:pPr>
            <a:r>
              <a:rPr lang="en-GB" sz="2400">
                <a:ea typeface="+mn-lt"/>
                <a:cs typeface="+mn-lt"/>
              </a:rPr>
              <a:t>Software: C++ (</a:t>
            </a:r>
            <a:r>
              <a:rPr lang="en-GB" sz="2400" err="1">
                <a:ea typeface="+mn-lt"/>
                <a:cs typeface="+mn-lt"/>
              </a:rPr>
              <a:t>mbed.h</a:t>
            </a:r>
            <a:r>
              <a:rPr lang="en-GB" sz="2400">
                <a:ea typeface="+mn-lt"/>
                <a:cs typeface="+mn-lt"/>
              </a:rPr>
              <a:t>) on embedded microcontroller with state machine approach</a:t>
            </a:r>
          </a:p>
          <a:p>
            <a:pPr>
              <a:buClr>
                <a:srgbClr val="FFFFFF"/>
              </a:buClr>
            </a:pPr>
            <a:r>
              <a:rPr lang="en-GB" sz="2400">
                <a:ea typeface="Calibri"/>
                <a:cs typeface="Calibri"/>
              </a:rPr>
              <a:t>Power: Low-cost batteries with high capacity and enough output</a:t>
            </a:r>
          </a:p>
          <a:p>
            <a:pPr>
              <a:buClr>
                <a:srgbClr val="FFFFFF"/>
              </a:buClr>
            </a:pPr>
            <a:endParaRPr lang="en-GB">
              <a:ea typeface="Calibri"/>
              <a:cs typeface="Calibri"/>
            </a:endParaRPr>
          </a:p>
          <a:p>
            <a:pPr>
              <a:buClr>
                <a:srgbClr val="FFFFFF"/>
              </a:buClr>
            </a:pPr>
            <a:endParaRPr lang="en-GB">
              <a:ea typeface="Calibri"/>
              <a:cs typeface="Calibri"/>
            </a:endParaRPr>
          </a:p>
        </p:txBody>
      </p:sp>
    </p:spTree>
    <p:extLst>
      <p:ext uri="{BB962C8B-B14F-4D97-AF65-F5344CB8AC3E}">
        <p14:creationId xmlns:p14="http://schemas.microsoft.com/office/powerpoint/2010/main" val="109699063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ACFC65-9539-AD88-14B9-5DB1D103567D}"/>
              </a:ext>
            </a:extLst>
          </p:cNvPr>
          <p:cNvSpPr>
            <a:spLocks noGrp="1"/>
          </p:cNvSpPr>
          <p:nvPr>
            <p:ph type="title"/>
          </p:nvPr>
        </p:nvSpPr>
        <p:spPr/>
        <p:txBody>
          <a:bodyPr/>
          <a:lstStyle/>
          <a:p>
            <a:pPr algn="ctr"/>
            <a:r>
              <a:rPr lang="en-US"/>
              <a:t>       Hardware Implementation </a:t>
            </a:r>
          </a:p>
        </p:txBody>
      </p:sp>
      <p:sp>
        <p:nvSpPr>
          <p:cNvPr id="3" name="Content Placeholder 2">
            <a:extLst>
              <a:ext uri="{FF2B5EF4-FFF2-40B4-BE49-F238E27FC236}">
                <a16:creationId xmlns:a16="http://schemas.microsoft.com/office/drawing/2014/main" id="{66085106-85F4-D1FB-FD1D-70DD1262D4AF}"/>
              </a:ext>
            </a:extLst>
          </p:cNvPr>
          <p:cNvSpPr>
            <a:spLocks noGrp="1"/>
          </p:cNvSpPr>
          <p:nvPr>
            <p:ph idx="1"/>
          </p:nvPr>
        </p:nvSpPr>
        <p:spPr>
          <a:xfrm>
            <a:off x="685801" y="2098935"/>
            <a:ext cx="10131425" cy="1665058"/>
          </a:xfrm>
        </p:spPr>
        <p:txBody>
          <a:bodyPr/>
          <a:lstStyle/>
          <a:p>
            <a:r>
              <a:rPr lang="en-US">
                <a:ea typeface="Calibri" panose="020F0502020204030204"/>
                <a:cs typeface="Calibri" panose="020F0502020204030204"/>
              </a:rPr>
              <a:t>The system separates the +12V motor supply from the voltage regulator +5V logic rails. </a:t>
            </a:r>
          </a:p>
          <a:p>
            <a:pPr>
              <a:buClr>
                <a:srgbClr val="FFFFFF"/>
              </a:buClr>
            </a:pPr>
            <a:r>
              <a:rPr lang="en-US">
                <a:ea typeface="Calibri" panose="020F0502020204030204"/>
                <a:cs typeface="Calibri" panose="020F0502020204030204"/>
              </a:rPr>
              <a:t>NiMH cells were chosen for its thermal stability, safety, and sustainability compared to other cells.</a:t>
            </a:r>
          </a:p>
          <a:p>
            <a:pPr>
              <a:buClr>
                <a:srgbClr val="FFFFFF"/>
              </a:buClr>
            </a:pPr>
            <a:endParaRPr lang="en-US">
              <a:ea typeface="Calibri" panose="020F0502020204030204"/>
              <a:cs typeface="Calibri" panose="020F0502020204030204"/>
            </a:endParaRPr>
          </a:p>
        </p:txBody>
      </p:sp>
      <p:sp>
        <p:nvSpPr>
          <p:cNvPr id="4" name="Arrow: Pentagon 3">
            <a:extLst>
              <a:ext uri="{FF2B5EF4-FFF2-40B4-BE49-F238E27FC236}">
                <a16:creationId xmlns:a16="http://schemas.microsoft.com/office/drawing/2014/main" id="{A8750FA8-2C51-E5FD-7AAA-999495401D2E}"/>
              </a:ext>
            </a:extLst>
          </p:cNvPr>
          <p:cNvSpPr/>
          <p:nvPr/>
        </p:nvSpPr>
        <p:spPr>
          <a:xfrm>
            <a:off x="679422" y="3560423"/>
            <a:ext cx="2618153" cy="1465384"/>
          </a:xfrm>
          <a:prstGeom prst="homePlate">
            <a:avLst/>
          </a:prstGeom>
          <a:solidFill>
            <a:srgbClr val="7030A0"/>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b="1">
                <a:ea typeface="Calibri"/>
                <a:cs typeface="Calibri"/>
              </a:rPr>
              <a:t>L297</a:t>
            </a:r>
          </a:p>
          <a:p>
            <a:pPr algn="ctr"/>
            <a:r>
              <a:rPr lang="en-US">
                <a:ea typeface="Calibri"/>
                <a:cs typeface="Calibri"/>
              </a:rPr>
              <a:t>Converts step/direction into 4 phase unipolar sequences.</a:t>
            </a:r>
          </a:p>
        </p:txBody>
      </p:sp>
      <p:sp>
        <p:nvSpPr>
          <p:cNvPr id="5" name="Arrow: Pentagon 4">
            <a:extLst>
              <a:ext uri="{FF2B5EF4-FFF2-40B4-BE49-F238E27FC236}">
                <a16:creationId xmlns:a16="http://schemas.microsoft.com/office/drawing/2014/main" id="{E7B66C8D-E777-2E95-8730-DC3870B5C296}"/>
              </a:ext>
            </a:extLst>
          </p:cNvPr>
          <p:cNvSpPr/>
          <p:nvPr/>
        </p:nvSpPr>
        <p:spPr>
          <a:xfrm>
            <a:off x="4101233" y="3560422"/>
            <a:ext cx="3144769" cy="1997346"/>
          </a:xfrm>
          <a:prstGeom prst="homePlate">
            <a:avLst/>
          </a:prstGeom>
          <a:solidFill>
            <a:srgbClr val="7030A0"/>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b="1">
                <a:ea typeface="Calibri"/>
                <a:cs typeface="Calibri"/>
              </a:rPr>
              <a:t>ULN2003 chip</a:t>
            </a:r>
          </a:p>
          <a:p>
            <a:pPr algn="ctr"/>
            <a:r>
              <a:rPr lang="en-US" b="1">
                <a:ea typeface="Calibri"/>
                <a:cs typeface="Calibri"/>
              </a:rPr>
              <a:t>Uses internal </a:t>
            </a:r>
            <a:r>
              <a:rPr lang="en-US" b="1" err="1">
                <a:ea typeface="Calibri"/>
                <a:cs typeface="Calibri"/>
              </a:rPr>
              <a:t>darlington</a:t>
            </a:r>
            <a:r>
              <a:rPr lang="en-US" b="1">
                <a:ea typeface="Calibri"/>
                <a:cs typeface="Calibri"/>
              </a:rPr>
              <a:t> transistors to sink current from stepper coils. </a:t>
            </a:r>
            <a:r>
              <a:rPr lang="en-US" b="1" err="1">
                <a:ea typeface="Calibri"/>
                <a:cs typeface="Calibri"/>
              </a:rPr>
              <a:t>Optimises</a:t>
            </a:r>
            <a:r>
              <a:rPr lang="en-US" b="1">
                <a:ea typeface="Calibri"/>
                <a:cs typeface="Calibri"/>
              </a:rPr>
              <a:t> high torque at low speeds</a:t>
            </a:r>
          </a:p>
        </p:txBody>
      </p:sp>
      <p:sp>
        <p:nvSpPr>
          <p:cNvPr id="6" name="Arrow: Pentagon 5">
            <a:extLst>
              <a:ext uri="{FF2B5EF4-FFF2-40B4-BE49-F238E27FC236}">
                <a16:creationId xmlns:a16="http://schemas.microsoft.com/office/drawing/2014/main" id="{471B931B-37A7-51B8-4A57-1CC1A7CFA56E}"/>
              </a:ext>
            </a:extLst>
          </p:cNvPr>
          <p:cNvSpPr/>
          <p:nvPr/>
        </p:nvSpPr>
        <p:spPr>
          <a:xfrm>
            <a:off x="7767460" y="3560423"/>
            <a:ext cx="3222002" cy="2270516"/>
          </a:xfrm>
          <a:prstGeom prst="homePlate">
            <a:avLst/>
          </a:prstGeom>
          <a:solidFill>
            <a:srgbClr val="7030A0"/>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b="1">
                <a:ea typeface="Calibri"/>
                <a:cs typeface="Calibri"/>
              </a:rPr>
              <a:t>Pin 9 (COM) connected directly to 12V. This activates internal flyback diodes, which protects the chip from inductive spikes.</a:t>
            </a:r>
          </a:p>
        </p:txBody>
      </p:sp>
    </p:spTree>
    <p:extLst>
      <p:ext uri="{BB962C8B-B14F-4D97-AF65-F5344CB8AC3E}">
        <p14:creationId xmlns:p14="http://schemas.microsoft.com/office/powerpoint/2010/main" val="343212096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C3A6ADA4-193B-ED74-CBA0-8648C1E55C3A}"/>
              </a:ext>
            </a:extLst>
          </p:cNvPr>
          <p:cNvPicPr>
            <a:picLocks noChangeAspect="1"/>
          </p:cNvPicPr>
          <p:nvPr/>
        </p:nvPicPr>
        <p:blipFill>
          <a:blip r:embed="rId2"/>
          <a:stretch>
            <a:fillRect/>
          </a:stretch>
        </p:blipFill>
        <p:spPr>
          <a:xfrm rot="600000">
            <a:off x="2277207" y="2725025"/>
            <a:ext cx="2586893" cy="2586893"/>
          </a:xfrm>
          <a:prstGeom prst="rect">
            <a:avLst/>
          </a:prstGeom>
        </p:spPr>
      </p:pic>
      <p:pic>
        <p:nvPicPr>
          <p:cNvPr id="7" name="Picture 6">
            <a:extLst>
              <a:ext uri="{FF2B5EF4-FFF2-40B4-BE49-F238E27FC236}">
                <a16:creationId xmlns:a16="http://schemas.microsoft.com/office/drawing/2014/main" id="{B077F86E-B66B-A421-9722-4BB1141DFC93}"/>
              </a:ext>
            </a:extLst>
          </p:cNvPr>
          <p:cNvPicPr>
            <a:picLocks noChangeAspect="1"/>
          </p:cNvPicPr>
          <p:nvPr/>
        </p:nvPicPr>
        <p:blipFill>
          <a:blip r:embed="rId3"/>
          <a:stretch>
            <a:fillRect/>
          </a:stretch>
        </p:blipFill>
        <p:spPr>
          <a:xfrm rot="19740000">
            <a:off x="8116841" y="3532840"/>
            <a:ext cx="1938180" cy="1222071"/>
          </a:xfrm>
          <a:prstGeom prst="rect">
            <a:avLst/>
          </a:prstGeom>
        </p:spPr>
      </p:pic>
      <p:pic>
        <p:nvPicPr>
          <p:cNvPr id="8" name="Picture 7">
            <a:extLst>
              <a:ext uri="{FF2B5EF4-FFF2-40B4-BE49-F238E27FC236}">
                <a16:creationId xmlns:a16="http://schemas.microsoft.com/office/drawing/2014/main" id="{63E58067-88D9-5599-AC90-3BF05695DDFA}"/>
              </a:ext>
            </a:extLst>
          </p:cNvPr>
          <p:cNvPicPr>
            <a:picLocks noChangeAspect="1"/>
          </p:cNvPicPr>
          <p:nvPr/>
        </p:nvPicPr>
        <p:blipFill>
          <a:blip r:embed="rId4"/>
          <a:stretch>
            <a:fillRect/>
          </a:stretch>
        </p:blipFill>
        <p:spPr>
          <a:xfrm rot="4980000">
            <a:off x="6891505" y="3758346"/>
            <a:ext cx="2109878" cy="1269521"/>
          </a:xfrm>
          <a:prstGeom prst="rect">
            <a:avLst/>
          </a:prstGeom>
        </p:spPr>
      </p:pic>
      <p:sp>
        <p:nvSpPr>
          <p:cNvPr id="2" name="Title 1">
            <a:extLst>
              <a:ext uri="{FF2B5EF4-FFF2-40B4-BE49-F238E27FC236}">
                <a16:creationId xmlns:a16="http://schemas.microsoft.com/office/drawing/2014/main" id="{C46ACDA9-B4AA-6FCA-AE61-F40A6E2B31F6}"/>
              </a:ext>
            </a:extLst>
          </p:cNvPr>
          <p:cNvSpPr>
            <a:spLocks noGrp="1"/>
          </p:cNvSpPr>
          <p:nvPr>
            <p:ph type="title"/>
          </p:nvPr>
        </p:nvSpPr>
        <p:spPr>
          <a:xfrm>
            <a:off x="685801" y="609600"/>
            <a:ext cx="10577123" cy="1456267"/>
          </a:xfrm>
        </p:spPr>
        <p:txBody>
          <a:bodyPr/>
          <a:lstStyle/>
          <a:p>
            <a:pPr algn="ctr"/>
            <a:r>
              <a:rPr lang="en-US"/>
              <a:t>Hardware Implementation </a:t>
            </a:r>
          </a:p>
        </p:txBody>
      </p:sp>
      <p:sp>
        <p:nvSpPr>
          <p:cNvPr id="4" name="Rectangle: Top Corners Rounded 3">
            <a:extLst>
              <a:ext uri="{FF2B5EF4-FFF2-40B4-BE49-F238E27FC236}">
                <a16:creationId xmlns:a16="http://schemas.microsoft.com/office/drawing/2014/main" id="{B683053D-5433-E960-072D-AE09D3F04FBA}"/>
              </a:ext>
            </a:extLst>
          </p:cNvPr>
          <p:cNvSpPr/>
          <p:nvPr/>
        </p:nvSpPr>
        <p:spPr>
          <a:xfrm>
            <a:off x="2264613" y="4571471"/>
            <a:ext cx="2618154" cy="1176268"/>
          </a:xfrm>
          <a:prstGeom prst="round2Same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ea typeface="Calibri"/>
                <a:cs typeface="Calibri"/>
              </a:rPr>
              <a:t>Forward ranging</a:t>
            </a:r>
          </a:p>
          <a:p>
            <a:pPr algn="ctr"/>
            <a:r>
              <a:rPr lang="en-US">
                <a:ea typeface="Calibri"/>
                <a:cs typeface="Calibri"/>
              </a:rPr>
              <a:t>HC-SR04 sensor uses ultrasonic time-of-flight for front-wall detection.</a:t>
            </a:r>
          </a:p>
        </p:txBody>
      </p:sp>
      <p:sp>
        <p:nvSpPr>
          <p:cNvPr id="5" name="Rectangle: Top Corners Rounded 4">
            <a:extLst>
              <a:ext uri="{FF2B5EF4-FFF2-40B4-BE49-F238E27FC236}">
                <a16:creationId xmlns:a16="http://schemas.microsoft.com/office/drawing/2014/main" id="{11DD157C-4DB8-6B04-88AD-0F9E430389D9}"/>
              </a:ext>
            </a:extLst>
          </p:cNvPr>
          <p:cNvSpPr/>
          <p:nvPr/>
        </p:nvSpPr>
        <p:spPr>
          <a:xfrm>
            <a:off x="7188305" y="4571471"/>
            <a:ext cx="2657232" cy="1176268"/>
          </a:xfrm>
          <a:prstGeom prst="round2SameRect">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a:ea typeface="Calibri"/>
                <a:cs typeface="Calibri"/>
              </a:rPr>
              <a:t>Lateral IR sensors</a:t>
            </a:r>
          </a:p>
          <a:p>
            <a:pPr algn="ctr"/>
            <a:r>
              <a:rPr lang="en-US">
                <a:ea typeface="Calibri"/>
                <a:cs typeface="Calibri"/>
              </a:rPr>
              <a:t>IS471 sensors consisting of receiver and emitter detect wall distance.</a:t>
            </a:r>
          </a:p>
        </p:txBody>
      </p:sp>
      <p:sp>
        <p:nvSpPr>
          <p:cNvPr id="10" name="TextBox 9">
            <a:extLst>
              <a:ext uri="{FF2B5EF4-FFF2-40B4-BE49-F238E27FC236}">
                <a16:creationId xmlns:a16="http://schemas.microsoft.com/office/drawing/2014/main" id="{E2B580AC-D181-0759-1D2F-8113A1E454AA}"/>
              </a:ext>
            </a:extLst>
          </p:cNvPr>
          <p:cNvSpPr txBox="1"/>
          <p:nvPr/>
        </p:nvSpPr>
        <p:spPr>
          <a:xfrm>
            <a:off x="2448560" y="5847080"/>
            <a:ext cx="2245360"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200" i="1">
                <a:solidFill>
                  <a:srgbClr val="FF0000"/>
                </a:solidFill>
                <a:latin typeface="Aptos"/>
              </a:rPr>
              <a:t>              </a:t>
            </a:r>
            <a:r>
              <a:rPr lang="en-US" sz="1200" i="1">
                <a:solidFill>
                  <a:srgbClr val="FFFFFF"/>
                </a:solidFill>
                <a:latin typeface="Aptos"/>
              </a:rPr>
              <a:t>Figure 2: Image of an ultrasonic sensor (HC-SR04)</a:t>
            </a:r>
            <a:endParaRPr lang="en-US" sz="1200">
              <a:solidFill>
                <a:srgbClr val="000000"/>
              </a:solidFill>
              <a:latin typeface="Aptos"/>
              <a:ea typeface="Calibri"/>
              <a:cs typeface="Calibri"/>
            </a:endParaRPr>
          </a:p>
        </p:txBody>
      </p:sp>
      <p:sp>
        <p:nvSpPr>
          <p:cNvPr id="11" name="TextBox 10">
            <a:extLst>
              <a:ext uri="{FF2B5EF4-FFF2-40B4-BE49-F238E27FC236}">
                <a16:creationId xmlns:a16="http://schemas.microsoft.com/office/drawing/2014/main" id="{2478D5AD-B2AB-281E-4817-DB6427E7BC99}"/>
              </a:ext>
            </a:extLst>
          </p:cNvPr>
          <p:cNvSpPr txBox="1"/>
          <p:nvPr/>
        </p:nvSpPr>
        <p:spPr>
          <a:xfrm>
            <a:off x="7579360" y="5847080"/>
            <a:ext cx="2245360"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200" i="1">
                <a:solidFill>
                  <a:srgbClr val="FF0000"/>
                </a:solidFill>
                <a:latin typeface="Aptos"/>
              </a:rPr>
              <a:t>              </a:t>
            </a:r>
            <a:r>
              <a:rPr lang="en-US" sz="1200" i="1">
                <a:solidFill>
                  <a:srgbClr val="FFFFFF"/>
                </a:solidFill>
                <a:latin typeface="Aptos"/>
              </a:rPr>
              <a:t>Figure 3: Image of an infra-red sensor (IS471)</a:t>
            </a:r>
            <a:endParaRPr lang="en-US" sz="1200">
              <a:solidFill>
                <a:srgbClr val="000000"/>
              </a:solidFill>
              <a:latin typeface="Aptos"/>
              <a:ea typeface="Calibri"/>
              <a:cs typeface="Calibri"/>
            </a:endParaRPr>
          </a:p>
        </p:txBody>
      </p:sp>
    </p:spTree>
    <p:extLst>
      <p:ext uri="{BB962C8B-B14F-4D97-AF65-F5344CB8AC3E}">
        <p14:creationId xmlns:p14="http://schemas.microsoft.com/office/powerpoint/2010/main" val="304251876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874CD4-3418-883A-0A1D-2C5C107D68E5}"/>
              </a:ext>
            </a:extLst>
          </p:cNvPr>
          <p:cNvSpPr>
            <a:spLocks noGrp="1"/>
          </p:cNvSpPr>
          <p:nvPr>
            <p:ph type="title"/>
          </p:nvPr>
        </p:nvSpPr>
        <p:spPr/>
        <p:txBody>
          <a:bodyPr/>
          <a:lstStyle/>
          <a:p>
            <a:pPr algn="ctr"/>
            <a:r>
              <a:rPr lang="en-US"/>
              <a:t>Implementation </a:t>
            </a:r>
          </a:p>
        </p:txBody>
      </p:sp>
      <p:cxnSp>
        <p:nvCxnSpPr>
          <p:cNvPr id="5" name="Straight Arrow Connector 4">
            <a:extLst>
              <a:ext uri="{FF2B5EF4-FFF2-40B4-BE49-F238E27FC236}">
                <a16:creationId xmlns:a16="http://schemas.microsoft.com/office/drawing/2014/main" id="{FF08FAC7-34BE-7B2F-73B2-04BE4E247BB0}"/>
              </a:ext>
            </a:extLst>
          </p:cNvPr>
          <p:cNvCxnSpPr/>
          <p:nvPr/>
        </p:nvCxnSpPr>
        <p:spPr>
          <a:xfrm flipV="1">
            <a:off x="930704" y="3390537"/>
            <a:ext cx="10330115" cy="84053"/>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sp>
        <p:nvSpPr>
          <p:cNvPr id="6" name="Star: 4 Points 5">
            <a:extLst>
              <a:ext uri="{FF2B5EF4-FFF2-40B4-BE49-F238E27FC236}">
                <a16:creationId xmlns:a16="http://schemas.microsoft.com/office/drawing/2014/main" id="{686562AB-D73A-E31E-9341-58F381615941}"/>
              </a:ext>
            </a:extLst>
          </p:cNvPr>
          <p:cNvSpPr/>
          <p:nvPr/>
        </p:nvSpPr>
        <p:spPr>
          <a:xfrm>
            <a:off x="2582333" y="3249083"/>
            <a:ext cx="285750" cy="402166"/>
          </a:xfrm>
          <a:prstGeom prst="star4">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Star: 4 Points 6">
            <a:extLst>
              <a:ext uri="{FF2B5EF4-FFF2-40B4-BE49-F238E27FC236}">
                <a16:creationId xmlns:a16="http://schemas.microsoft.com/office/drawing/2014/main" id="{E200CF55-AC73-6E67-8C80-A55EE1606EA4}"/>
              </a:ext>
            </a:extLst>
          </p:cNvPr>
          <p:cNvSpPr/>
          <p:nvPr/>
        </p:nvSpPr>
        <p:spPr>
          <a:xfrm>
            <a:off x="5361556" y="3224721"/>
            <a:ext cx="285750" cy="402166"/>
          </a:xfrm>
          <a:prstGeom prst="star4">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Star: 4 Points 7">
            <a:extLst>
              <a:ext uri="{FF2B5EF4-FFF2-40B4-BE49-F238E27FC236}">
                <a16:creationId xmlns:a16="http://schemas.microsoft.com/office/drawing/2014/main" id="{DCB1BAB1-8F61-1825-7AC6-D567A6C4668A}"/>
              </a:ext>
            </a:extLst>
          </p:cNvPr>
          <p:cNvSpPr/>
          <p:nvPr/>
        </p:nvSpPr>
        <p:spPr>
          <a:xfrm>
            <a:off x="7666326" y="3229115"/>
            <a:ext cx="285750" cy="402166"/>
          </a:xfrm>
          <a:prstGeom prst="star4">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Star: 4 Points 8">
            <a:extLst>
              <a:ext uri="{FF2B5EF4-FFF2-40B4-BE49-F238E27FC236}">
                <a16:creationId xmlns:a16="http://schemas.microsoft.com/office/drawing/2014/main" id="{03F8E1D2-BA4D-EFA8-03C9-AC3745BFDF5D}"/>
              </a:ext>
            </a:extLst>
          </p:cNvPr>
          <p:cNvSpPr/>
          <p:nvPr/>
        </p:nvSpPr>
        <p:spPr>
          <a:xfrm>
            <a:off x="9784192" y="3190375"/>
            <a:ext cx="285750" cy="402166"/>
          </a:xfrm>
          <a:prstGeom prst="star4">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A03CFA7C-A488-BEE1-3A27-3FE95F0D854A}"/>
              </a:ext>
            </a:extLst>
          </p:cNvPr>
          <p:cNvSpPr txBox="1"/>
          <p:nvPr/>
        </p:nvSpPr>
        <p:spPr>
          <a:xfrm>
            <a:off x="2172729" y="2800865"/>
            <a:ext cx="1009135" cy="37070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ea typeface="Calibri"/>
                <a:cs typeface="Calibri"/>
              </a:rPr>
              <a:t>PHASE 1</a:t>
            </a:r>
          </a:p>
        </p:txBody>
      </p:sp>
      <p:sp>
        <p:nvSpPr>
          <p:cNvPr id="12" name="TextBox 11">
            <a:extLst>
              <a:ext uri="{FF2B5EF4-FFF2-40B4-BE49-F238E27FC236}">
                <a16:creationId xmlns:a16="http://schemas.microsoft.com/office/drawing/2014/main" id="{99DFBC0A-50A5-589E-4F8A-E13AD90C2231}"/>
              </a:ext>
            </a:extLst>
          </p:cNvPr>
          <p:cNvSpPr txBox="1"/>
          <p:nvPr/>
        </p:nvSpPr>
        <p:spPr>
          <a:xfrm>
            <a:off x="5005068" y="3649129"/>
            <a:ext cx="1009135" cy="37070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ea typeface="Calibri"/>
                <a:cs typeface="Calibri"/>
              </a:rPr>
              <a:t>PHASE 2</a:t>
            </a:r>
          </a:p>
        </p:txBody>
      </p:sp>
      <p:sp>
        <p:nvSpPr>
          <p:cNvPr id="13" name="TextBox 12">
            <a:extLst>
              <a:ext uri="{FF2B5EF4-FFF2-40B4-BE49-F238E27FC236}">
                <a16:creationId xmlns:a16="http://schemas.microsoft.com/office/drawing/2014/main" id="{7F9327CC-D71B-5F12-BF0E-B953143FC8F9}"/>
              </a:ext>
            </a:extLst>
          </p:cNvPr>
          <p:cNvSpPr txBox="1"/>
          <p:nvPr/>
        </p:nvSpPr>
        <p:spPr>
          <a:xfrm>
            <a:off x="7305446" y="2800865"/>
            <a:ext cx="1009135" cy="37070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ea typeface="Calibri"/>
                <a:cs typeface="Calibri"/>
              </a:rPr>
              <a:t>PHASE 3</a:t>
            </a:r>
          </a:p>
        </p:txBody>
      </p:sp>
      <p:sp>
        <p:nvSpPr>
          <p:cNvPr id="14" name="TextBox 13">
            <a:extLst>
              <a:ext uri="{FF2B5EF4-FFF2-40B4-BE49-F238E27FC236}">
                <a16:creationId xmlns:a16="http://schemas.microsoft.com/office/drawing/2014/main" id="{B74AD67E-FC11-0C59-5B86-D3BC712B8329}"/>
              </a:ext>
            </a:extLst>
          </p:cNvPr>
          <p:cNvSpPr txBox="1"/>
          <p:nvPr/>
        </p:nvSpPr>
        <p:spPr>
          <a:xfrm>
            <a:off x="9418917" y="3649128"/>
            <a:ext cx="1009135" cy="37070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ea typeface="Calibri"/>
                <a:cs typeface="Calibri"/>
              </a:rPr>
              <a:t>PHASE 4</a:t>
            </a:r>
          </a:p>
        </p:txBody>
      </p:sp>
      <p:sp>
        <p:nvSpPr>
          <p:cNvPr id="15" name="Rectangle: Rounded Corners 14">
            <a:extLst>
              <a:ext uri="{FF2B5EF4-FFF2-40B4-BE49-F238E27FC236}">
                <a16:creationId xmlns:a16="http://schemas.microsoft.com/office/drawing/2014/main" id="{0EAAE935-699C-69F8-A26B-DB2DE035A892}"/>
              </a:ext>
            </a:extLst>
          </p:cNvPr>
          <p:cNvSpPr/>
          <p:nvPr/>
        </p:nvSpPr>
        <p:spPr>
          <a:xfrm>
            <a:off x="947707" y="3645558"/>
            <a:ext cx="2971618" cy="1191823"/>
          </a:xfrm>
          <a:prstGeom prst="roundRect">
            <a:avLst/>
          </a:prstGeom>
          <a:solidFill>
            <a:schemeClr val="accent1">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a:ea typeface="Calibri"/>
                <a:cs typeface="Calibri"/>
              </a:rPr>
              <a:t>Breadboard prototyping and basic MBED loop control</a:t>
            </a:r>
            <a:endParaRPr lang="en-US"/>
          </a:p>
        </p:txBody>
      </p:sp>
      <p:sp>
        <p:nvSpPr>
          <p:cNvPr id="16" name="Rectangle: Rounded Corners 15">
            <a:extLst>
              <a:ext uri="{FF2B5EF4-FFF2-40B4-BE49-F238E27FC236}">
                <a16:creationId xmlns:a16="http://schemas.microsoft.com/office/drawing/2014/main" id="{15C5A932-C5F4-5D93-B7ED-1AAE2AB1CE02}"/>
              </a:ext>
            </a:extLst>
          </p:cNvPr>
          <p:cNvSpPr/>
          <p:nvPr/>
        </p:nvSpPr>
        <p:spPr>
          <a:xfrm>
            <a:off x="6856800" y="3731822"/>
            <a:ext cx="1893318" cy="1105558"/>
          </a:xfrm>
          <a:prstGeom prst="roundRect">
            <a:avLst/>
          </a:prstGeom>
          <a:solidFill>
            <a:schemeClr val="accent1">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a:ea typeface="Calibri"/>
                <a:cs typeface="Calibri"/>
              </a:rPr>
              <a:t>Assembly, calibration, and software testing</a:t>
            </a:r>
            <a:endParaRPr lang="en-US"/>
          </a:p>
        </p:txBody>
      </p:sp>
      <p:sp>
        <p:nvSpPr>
          <p:cNvPr id="17" name="Rectangle: Rounded Corners 16">
            <a:extLst>
              <a:ext uri="{FF2B5EF4-FFF2-40B4-BE49-F238E27FC236}">
                <a16:creationId xmlns:a16="http://schemas.microsoft.com/office/drawing/2014/main" id="{6AE297FD-E76E-3337-3DCF-8B82992FBA6B}"/>
              </a:ext>
            </a:extLst>
          </p:cNvPr>
          <p:cNvSpPr/>
          <p:nvPr/>
        </p:nvSpPr>
        <p:spPr>
          <a:xfrm>
            <a:off x="8884007" y="1877144"/>
            <a:ext cx="2080223" cy="1321218"/>
          </a:xfrm>
          <a:prstGeom prst="roundRect">
            <a:avLst/>
          </a:prstGeom>
          <a:solidFill>
            <a:schemeClr val="accent1">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a:ea typeface="Calibri"/>
                <a:cs typeface="Calibri"/>
              </a:rPr>
              <a:t>Maze solving algorithm test in fully assembled micro mouse</a:t>
            </a:r>
            <a:endParaRPr lang="en-US" err="1"/>
          </a:p>
        </p:txBody>
      </p:sp>
      <p:sp>
        <p:nvSpPr>
          <p:cNvPr id="18" name="Rectangle: Rounded Corners 17">
            <a:extLst>
              <a:ext uri="{FF2B5EF4-FFF2-40B4-BE49-F238E27FC236}">
                <a16:creationId xmlns:a16="http://schemas.microsoft.com/office/drawing/2014/main" id="{37868677-B700-AFED-2128-60C803E686D9}"/>
              </a:ext>
            </a:extLst>
          </p:cNvPr>
          <p:cNvSpPr/>
          <p:nvPr/>
        </p:nvSpPr>
        <p:spPr>
          <a:xfrm>
            <a:off x="4455781" y="2064048"/>
            <a:ext cx="2094602" cy="1134313"/>
          </a:xfrm>
          <a:prstGeom prst="roundRect">
            <a:avLst/>
          </a:prstGeom>
          <a:solidFill>
            <a:schemeClr val="accent1">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a:ea typeface="Calibri"/>
                <a:cs typeface="Calibri"/>
              </a:rPr>
              <a:t>Distributed vero board modular prototypes for each subsystems</a:t>
            </a:r>
            <a:endParaRPr lang="en-US" err="1"/>
          </a:p>
        </p:txBody>
      </p:sp>
    </p:spTree>
    <p:extLst>
      <p:ext uri="{BB962C8B-B14F-4D97-AF65-F5344CB8AC3E}">
        <p14:creationId xmlns:p14="http://schemas.microsoft.com/office/powerpoint/2010/main" val="149326476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1974B6-E336-AAE1-DC5D-FD7979061292}"/>
              </a:ext>
            </a:extLst>
          </p:cNvPr>
          <p:cNvSpPr>
            <a:spLocks noGrp="1"/>
          </p:cNvSpPr>
          <p:nvPr>
            <p:ph type="title"/>
          </p:nvPr>
        </p:nvSpPr>
        <p:spPr>
          <a:xfrm>
            <a:off x="759247" y="3672"/>
            <a:ext cx="10131425" cy="1015593"/>
          </a:xfrm>
        </p:spPr>
        <p:txBody>
          <a:bodyPr/>
          <a:lstStyle/>
          <a:p>
            <a:r>
              <a:rPr lang="en-GB">
                <a:ea typeface="Calibri Light"/>
                <a:cs typeface="Calibri Light"/>
              </a:rPr>
              <a:t>      </a:t>
            </a:r>
            <a:r>
              <a:rPr lang="en-US" sz="2400">
                <a:latin typeface="Arial"/>
                <a:ea typeface="Calibri Light"/>
                <a:cs typeface="Arial"/>
              </a:rPr>
              <a:t>Overall Design &amp; Architecture</a:t>
            </a:r>
            <a:endParaRPr lang="en-GB" sz="2400">
              <a:ea typeface="Calibri Light" panose="020F0302020204030204"/>
              <a:cs typeface="Calibri Light" panose="020F0302020204030204"/>
            </a:endParaRPr>
          </a:p>
        </p:txBody>
      </p:sp>
      <p:sp>
        <p:nvSpPr>
          <p:cNvPr id="3" name="Content Placeholder 2">
            <a:extLst>
              <a:ext uri="{FF2B5EF4-FFF2-40B4-BE49-F238E27FC236}">
                <a16:creationId xmlns:a16="http://schemas.microsoft.com/office/drawing/2014/main" id="{015A7F05-61DC-2E82-EB0D-5CAE48B56A09}"/>
              </a:ext>
            </a:extLst>
          </p:cNvPr>
          <p:cNvSpPr>
            <a:spLocks noGrp="1"/>
          </p:cNvSpPr>
          <p:nvPr>
            <p:ph idx="1"/>
          </p:nvPr>
        </p:nvSpPr>
        <p:spPr>
          <a:xfrm>
            <a:off x="-2753" y="291769"/>
            <a:ext cx="12197087" cy="5824964"/>
          </a:xfrm>
        </p:spPr>
        <p:txBody>
          <a:bodyPr/>
          <a:lstStyle/>
          <a:p>
            <a:pPr marL="0" indent="0">
              <a:buClr>
                <a:prstClr val="white"/>
              </a:buClr>
              <a:buNone/>
            </a:pPr>
            <a:endParaRPr lang="en-GB">
              <a:ea typeface="+mn-lt"/>
              <a:cs typeface="+mn-lt"/>
            </a:endParaRPr>
          </a:p>
          <a:p>
            <a:pPr>
              <a:buClr>
                <a:srgbClr val="FFFFFF"/>
              </a:buClr>
            </a:pPr>
            <a:r>
              <a:rPr lang="en-GB">
                <a:ea typeface="+mn-lt"/>
                <a:cs typeface="+mn-lt"/>
              </a:rPr>
              <a:t>Written in C++ on Keil Studio, running MBED OS 6 on the LPC1768</a:t>
            </a:r>
            <a:endParaRPr lang="en-US">
              <a:ea typeface="Calibri" panose="020F0502020204030204"/>
              <a:cs typeface="Calibri" panose="020F0502020204030204"/>
            </a:endParaRPr>
          </a:p>
          <a:p>
            <a:pPr>
              <a:buClr>
                <a:srgbClr val="FFFFFF"/>
              </a:buClr>
            </a:pPr>
            <a:r>
              <a:rPr lang="en-GB">
                <a:ea typeface="+mn-lt"/>
                <a:cs typeface="+mn-lt"/>
              </a:rPr>
              <a:t>Loop runs cell-by-cell until the goal at [7][7] is reached</a:t>
            </a:r>
            <a:endParaRPr lang="en-GB">
              <a:solidFill>
                <a:srgbClr val="FF0000"/>
              </a:solidFill>
              <a:ea typeface="Calibri"/>
              <a:cs typeface="Calibri"/>
            </a:endParaRPr>
          </a:p>
          <a:p>
            <a:pPr>
              <a:buClr>
                <a:srgbClr val="FFFFFF"/>
              </a:buClr>
            </a:pPr>
            <a:endParaRPr lang="en-GB">
              <a:solidFill>
                <a:srgbClr val="FF0000"/>
              </a:solidFill>
              <a:ea typeface="Calibri"/>
              <a:cs typeface="Calibri"/>
            </a:endParaRPr>
          </a:p>
          <a:p>
            <a:pPr>
              <a:buClr>
                <a:srgbClr val="FFFFFF"/>
              </a:buClr>
            </a:pPr>
            <a:endParaRPr lang="en-GB">
              <a:solidFill>
                <a:srgbClr val="FF0000"/>
              </a:solidFill>
              <a:ea typeface="Calibri"/>
              <a:cs typeface="Calibri"/>
            </a:endParaRPr>
          </a:p>
          <a:p>
            <a:pPr>
              <a:buClr>
                <a:srgbClr val="FFFFFF"/>
              </a:buClr>
            </a:pPr>
            <a:endParaRPr lang="en-GB">
              <a:solidFill>
                <a:srgbClr val="FF0000"/>
              </a:solidFill>
              <a:ea typeface="Calibri"/>
              <a:cs typeface="Calibri"/>
            </a:endParaRPr>
          </a:p>
          <a:p>
            <a:pPr>
              <a:buClr>
                <a:srgbClr val="FFFFFF"/>
              </a:buClr>
            </a:pPr>
            <a:endParaRPr lang="en-GB">
              <a:solidFill>
                <a:srgbClr val="FF0000"/>
              </a:solidFill>
              <a:ea typeface="Calibri"/>
              <a:cs typeface="Calibri"/>
            </a:endParaRPr>
          </a:p>
          <a:p>
            <a:pPr>
              <a:buClr>
                <a:srgbClr val="FFFFFF"/>
              </a:buClr>
            </a:pPr>
            <a:endParaRPr lang="en-GB">
              <a:solidFill>
                <a:srgbClr val="FF0000"/>
              </a:solidFill>
              <a:ea typeface="Calibri"/>
              <a:cs typeface="Calibri"/>
            </a:endParaRPr>
          </a:p>
          <a:p>
            <a:pPr>
              <a:buClr>
                <a:srgbClr val="FFFFFF"/>
              </a:buClr>
            </a:pPr>
            <a:endParaRPr lang="en-GB">
              <a:solidFill>
                <a:srgbClr val="FF0000"/>
              </a:solidFill>
              <a:ea typeface="Calibri"/>
              <a:cs typeface="Calibri"/>
            </a:endParaRPr>
          </a:p>
          <a:p>
            <a:pPr>
              <a:buClr>
                <a:srgbClr val="FFFFFF"/>
              </a:buClr>
            </a:pPr>
            <a:endParaRPr lang="en-GB">
              <a:solidFill>
                <a:srgbClr val="FF0000"/>
              </a:solidFill>
              <a:ea typeface="Calibri"/>
              <a:cs typeface="Calibri"/>
            </a:endParaRPr>
          </a:p>
          <a:p>
            <a:pPr>
              <a:buClr>
                <a:srgbClr val="FFFFFF"/>
              </a:buClr>
            </a:pPr>
            <a:endParaRPr lang="en-GB">
              <a:solidFill>
                <a:srgbClr val="FF0000"/>
              </a:solidFill>
              <a:ea typeface="Calibri"/>
              <a:cs typeface="Calibri"/>
            </a:endParaRPr>
          </a:p>
          <a:p>
            <a:pPr>
              <a:buClr>
                <a:srgbClr val="FFFFFF"/>
              </a:buClr>
            </a:pPr>
            <a:endParaRPr lang="en-GB">
              <a:ea typeface="Calibri"/>
              <a:cs typeface="Calibri"/>
            </a:endParaRPr>
          </a:p>
        </p:txBody>
      </p:sp>
      <p:pic>
        <p:nvPicPr>
          <p:cNvPr id="4" name="Picture 3" descr="A screenshot of a computer&#10;&#10;AI-generated content may be incorrect.">
            <a:extLst>
              <a:ext uri="{FF2B5EF4-FFF2-40B4-BE49-F238E27FC236}">
                <a16:creationId xmlns:a16="http://schemas.microsoft.com/office/drawing/2014/main" id="{F76FE19F-C917-0853-7E3A-0F85BABD0DD3}"/>
              </a:ext>
            </a:extLst>
          </p:cNvPr>
          <p:cNvPicPr>
            <a:picLocks noChangeAspect="1"/>
          </p:cNvPicPr>
          <p:nvPr/>
        </p:nvPicPr>
        <p:blipFill>
          <a:blip r:embed="rId2"/>
          <a:stretch>
            <a:fillRect/>
          </a:stretch>
        </p:blipFill>
        <p:spPr>
          <a:xfrm>
            <a:off x="8118964" y="1533482"/>
            <a:ext cx="3730155" cy="4666211"/>
          </a:xfrm>
          <a:prstGeom prst="rect">
            <a:avLst/>
          </a:prstGeom>
        </p:spPr>
      </p:pic>
      <p:pic>
        <p:nvPicPr>
          <p:cNvPr id="5" name="Picture 4" descr="A screenshot of a graph">
            <a:extLst>
              <a:ext uri="{FF2B5EF4-FFF2-40B4-BE49-F238E27FC236}">
                <a16:creationId xmlns:a16="http://schemas.microsoft.com/office/drawing/2014/main" id="{039EB88E-7F91-EEF3-945D-9C11281CF477}"/>
              </a:ext>
            </a:extLst>
          </p:cNvPr>
          <p:cNvPicPr>
            <a:picLocks noChangeAspect="1"/>
          </p:cNvPicPr>
          <p:nvPr/>
        </p:nvPicPr>
        <p:blipFill>
          <a:blip r:embed="rId3"/>
          <a:srcRect r="10539" b="335"/>
          <a:stretch>
            <a:fillRect/>
          </a:stretch>
        </p:blipFill>
        <p:spPr>
          <a:xfrm>
            <a:off x="306361" y="2178247"/>
            <a:ext cx="4799169" cy="3844021"/>
          </a:xfrm>
          <a:prstGeom prst="rect">
            <a:avLst/>
          </a:prstGeom>
        </p:spPr>
      </p:pic>
      <p:sp>
        <p:nvSpPr>
          <p:cNvPr id="8" name="TextBox 7">
            <a:extLst>
              <a:ext uri="{FF2B5EF4-FFF2-40B4-BE49-F238E27FC236}">
                <a16:creationId xmlns:a16="http://schemas.microsoft.com/office/drawing/2014/main" id="{28814780-F955-5795-DC45-34C5CFA0CFC2}"/>
              </a:ext>
            </a:extLst>
          </p:cNvPr>
          <p:cNvSpPr txBox="1"/>
          <p:nvPr/>
        </p:nvSpPr>
        <p:spPr>
          <a:xfrm>
            <a:off x="1653784" y="6392333"/>
            <a:ext cx="3206750"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200" i="1">
                <a:ea typeface="Calibri"/>
                <a:cs typeface="Calibri"/>
              </a:rPr>
              <a:t>Figure 4: Maze without walls</a:t>
            </a:r>
            <a:endParaRPr lang="en-US" sz="1200" i="1"/>
          </a:p>
        </p:txBody>
      </p:sp>
      <p:sp>
        <p:nvSpPr>
          <p:cNvPr id="9" name="TextBox 8">
            <a:extLst>
              <a:ext uri="{FF2B5EF4-FFF2-40B4-BE49-F238E27FC236}">
                <a16:creationId xmlns:a16="http://schemas.microsoft.com/office/drawing/2014/main" id="{D10C972C-CEBA-AFAF-4FCD-F18680C8CD32}"/>
              </a:ext>
            </a:extLst>
          </p:cNvPr>
          <p:cNvSpPr txBox="1"/>
          <p:nvPr/>
        </p:nvSpPr>
        <p:spPr>
          <a:xfrm>
            <a:off x="8646583" y="6392333"/>
            <a:ext cx="3206750"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200" i="1">
                <a:ea typeface="Calibri"/>
                <a:cs typeface="Calibri"/>
              </a:rPr>
              <a:t>Figure 5: Flowchart of order of process </a:t>
            </a:r>
            <a:endParaRPr lang="en-US" sz="1200" i="1"/>
          </a:p>
        </p:txBody>
      </p:sp>
    </p:spTree>
    <p:extLst>
      <p:ext uri="{BB962C8B-B14F-4D97-AF65-F5344CB8AC3E}">
        <p14:creationId xmlns:p14="http://schemas.microsoft.com/office/powerpoint/2010/main" val="296632044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826802-3D06-8B3F-D2ED-74F1FBD7C9E8}"/>
              </a:ext>
            </a:extLst>
          </p:cNvPr>
          <p:cNvSpPr>
            <a:spLocks noGrp="1"/>
          </p:cNvSpPr>
          <p:nvPr>
            <p:ph type="title"/>
          </p:nvPr>
        </p:nvSpPr>
        <p:spPr>
          <a:xfrm>
            <a:off x="103719" y="-2005"/>
            <a:ext cx="12089340" cy="1145452"/>
          </a:xfrm>
        </p:spPr>
        <p:txBody>
          <a:bodyPr>
            <a:normAutofit fontScale="90000"/>
          </a:bodyPr>
          <a:lstStyle/>
          <a:p>
            <a:r>
              <a:rPr lang="en-GB">
                <a:ea typeface="Calibri Light"/>
                <a:cs typeface="Calibri Light"/>
              </a:rPr>
              <a:t>  </a:t>
            </a:r>
            <a:r>
              <a:rPr lang="en-US">
                <a:latin typeface="Arial"/>
                <a:ea typeface="Calibri Light"/>
                <a:cs typeface="Arial"/>
              </a:rPr>
              <a:t>Timing for sensor reads and motor control</a:t>
            </a:r>
            <a:endParaRPr lang="en-GB"/>
          </a:p>
        </p:txBody>
      </p:sp>
      <p:pic>
        <p:nvPicPr>
          <p:cNvPr id="6" name="Picture 5" descr="A black background with white text&#10;&#10;AI-generated content may be incorrect.">
            <a:extLst>
              <a:ext uri="{FF2B5EF4-FFF2-40B4-BE49-F238E27FC236}">
                <a16:creationId xmlns:a16="http://schemas.microsoft.com/office/drawing/2014/main" id="{2E850AEE-549B-95DF-05E8-1EC3A9DFCA5B}"/>
              </a:ext>
            </a:extLst>
          </p:cNvPr>
          <p:cNvPicPr>
            <a:picLocks noChangeAspect="1"/>
          </p:cNvPicPr>
          <p:nvPr/>
        </p:nvPicPr>
        <p:blipFill>
          <a:blip r:embed="rId2"/>
          <a:stretch>
            <a:fillRect/>
          </a:stretch>
        </p:blipFill>
        <p:spPr>
          <a:xfrm>
            <a:off x="7889747" y="3433482"/>
            <a:ext cx="4233333" cy="686858"/>
          </a:xfrm>
          <a:prstGeom prst="rect">
            <a:avLst/>
          </a:prstGeom>
        </p:spPr>
      </p:pic>
      <p:sp>
        <p:nvSpPr>
          <p:cNvPr id="10" name="TextBox 9">
            <a:extLst>
              <a:ext uri="{FF2B5EF4-FFF2-40B4-BE49-F238E27FC236}">
                <a16:creationId xmlns:a16="http://schemas.microsoft.com/office/drawing/2014/main" id="{6584CD43-AC0C-19EA-5385-0C000DE0EF4D}"/>
              </a:ext>
            </a:extLst>
          </p:cNvPr>
          <p:cNvSpPr txBox="1"/>
          <p:nvPr/>
        </p:nvSpPr>
        <p:spPr>
          <a:xfrm>
            <a:off x="3218608" y="3428362"/>
            <a:ext cx="3619499" cy="646331"/>
          </a:xfrm>
          <a:prstGeom prst="rect">
            <a:avLst/>
          </a:prstGeom>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ea typeface="Calibri"/>
                <a:cs typeface="Calibri"/>
              </a:rPr>
              <a:t>10 microsecond trigger pulse reads at 80mm</a:t>
            </a:r>
            <a:endParaRPr lang="en-US"/>
          </a:p>
        </p:txBody>
      </p:sp>
      <p:sp>
        <p:nvSpPr>
          <p:cNvPr id="3" name="TextBox 2">
            <a:extLst>
              <a:ext uri="{FF2B5EF4-FFF2-40B4-BE49-F238E27FC236}">
                <a16:creationId xmlns:a16="http://schemas.microsoft.com/office/drawing/2014/main" id="{2F3D3922-6985-484F-9D39-508E89ED33A1}"/>
              </a:ext>
            </a:extLst>
          </p:cNvPr>
          <p:cNvSpPr txBox="1"/>
          <p:nvPr/>
        </p:nvSpPr>
        <p:spPr>
          <a:xfrm>
            <a:off x="295596" y="887792"/>
            <a:ext cx="3529263" cy="1754326"/>
          </a:xfrm>
          <a:prstGeom prst="rect">
            <a:avLst/>
          </a:prstGeom>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ea typeface="Calibri"/>
                <a:cs typeface="Calibri"/>
              </a:rPr>
              <a:t>Step function:</a:t>
            </a:r>
          </a:p>
          <a:p>
            <a:r>
              <a:rPr lang="en-US">
                <a:ea typeface="+mn-lt"/>
                <a:cs typeface="+mn-lt"/>
              </a:rPr>
              <a:t>1000 µs HIGH</a:t>
            </a:r>
            <a:endParaRPr lang="en-US">
              <a:ea typeface="Calibri" panose="020F0502020204030204"/>
              <a:cs typeface="Calibri" panose="020F0502020204030204"/>
            </a:endParaRPr>
          </a:p>
          <a:p>
            <a:r>
              <a:rPr lang="en-US">
                <a:ea typeface="+mn-lt"/>
                <a:cs typeface="+mn-lt"/>
              </a:rPr>
              <a:t>1000 µs LOW</a:t>
            </a:r>
            <a:endParaRPr lang="en-US">
              <a:ea typeface="Calibri" panose="020F0502020204030204"/>
              <a:cs typeface="Calibri" panose="020F0502020204030204"/>
            </a:endParaRPr>
          </a:p>
          <a:p>
            <a:r>
              <a:rPr lang="en-US">
                <a:ea typeface="+mn-lt"/>
                <a:cs typeface="+mn-lt"/>
              </a:rPr>
              <a:t>So each full step pulse = 2000 µs.</a:t>
            </a:r>
            <a:endParaRPr lang="en-US">
              <a:ea typeface="Calibri"/>
              <a:cs typeface="Calibri"/>
            </a:endParaRPr>
          </a:p>
          <a:p>
            <a:r>
              <a:rPr lang="en-US"/>
              <a:t>Step rate = 2000 µs per step</a:t>
            </a:r>
            <a:endParaRPr lang="en-US">
              <a:ea typeface="Calibri"/>
              <a:cs typeface="Calibri"/>
            </a:endParaRPr>
          </a:p>
          <a:p>
            <a:r>
              <a:rPr lang="en-US">
                <a:ea typeface="+mn-lt"/>
                <a:cs typeface="+mn-lt"/>
              </a:rPr>
              <a:t>(= 2 </a:t>
            </a:r>
            <a:r>
              <a:rPr lang="en-US" err="1">
                <a:ea typeface="+mn-lt"/>
                <a:cs typeface="+mn-lt"/>
              </a:rPr>
              <a:t>ms</a:t>
            </a:r>
            <a:r>
              <a:rPr lang="en-US">
                <a:ea typeface="+mn-lt"/>
                <a:cs typeface="+mn-lt"/>
              </a:rPr>
              <a:t> per step)</a:t>
            </a:r>
            <a:endParaRPr lang="en-US"/>
          </a:p>
        </p:txBody>
      </p:sp>
      <p:sp>
        <p:nvSpPr>
          <p:cNvPr id="11" name="TextBox 10">
            <a:extLst>
              <a:ext uri="{FF2B5EF4-FFF2-40B4-BE49-F238E27FC236}">
                <a16:creationId xmlns:a16="http://schemas.microsoft.com/office/drawing/2014/main" id="{BBE4C18C-D467-203D-CE57-30522280BAF9}"/>
              </a:ext>
            </a:extLst>
          </p:cNvPr>
          <p:cNvSpPr txBox="1"/>
          <p:nvPr/>
        </p:nvSpPr>
        <p:spPr>
          <a:xfrm>
            <a:off x="293751" y="4945847"/>
            <a:ext cx="3524249" cy="1817826"/>
          </a:xfrm>
          <a:prstGeom prst="rect">
            <a:avLst/>
          </a:prstGeom>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ea typeface="+mn-lt"/>
                <a:cs typeface="+mn-lt"/>
              </a:rPr>
              <a:t>Forward, turn left, turn right function:</a:t>
            </a:r>
          </a:p>
          <a:p>
            <a:r>
              <a:rPr lang="en-US">
                <a:ea typeface="+mn-lt"/>
                <a:cs typeface="+mn-lt"/>
              </a:rPr>
              <a:t>400 steps per cell</a:t>
            </a:r>
            <a:endParaRPr lang="en-US">
              <a:ea typeface="Calibri" panose="020F0502020204030204"/>
              <a:cs typeface="Calibri" panose="020F0502020204030204"/>
            </a:endParaRPr>
          </a:p>
          <a:p>
            <a:r>
              <a:rPr lang="en-US">
                <a:ea typeface="+mn-lt"/>
                <a:cs typeface="+mn-lt"/>
              </a:rPr>
              <a:t>Each step = 2ms</a:t>
            </a:r>
            <a:endParaRPr lang="en-US">
              <a:ea typeface="Calibri" panose="020F0502020204030204"/>
              <a:cs typeface="Calibri" panose="020F0502020204030204"/>
            </a:endParaRPr>
          </a:p>
          <a:p>
            <a:r>
              <a:rPr lang="en-US">
                <a:ea typeface="+mn-lt"/>
                <a:cs typeface="+mn-lt"/>
              </a:rPr>
              <a:t>400×2ms = 800ms</a:t>
            </a:r>
            <a:endParaRPr lang="en-US" err="1">
              <a:ea typeface="Calibri"/>
              <a:cs typeface="Calibri"/>
            </a:endParaRPr>
          </a:p>
          <a:p>
            <a:r>
              <a:rPr lang="en-US"/>
              <a:t>Cell traversal time = 800ms</a:t>
            </a:r>
            <a:endParaRPr lang="en-US">
              <a:ea typeface="Calibri"/>
              <a:cs typeface="Calibri"/>
            </a:endParaRPr>
          </a:p>
        </p:txBody>
      </p:sp>
      <p:pic>
        <p:nvPicPr>
          <p:cNvPr id="12" name="Picture 11" descr="A screenshot of a computer program&#10;&#10;AI-generated content may be incorrect.">
            <a:extLst>
              <a:ext uri="{FF2B5EF4-FFF2-40B4-BE49-F238E27FC236}">
                <a16:creationId xmlns:a16="http://schemas.microsoft.com/office/drawing/2014/main" id="{4A8637CB-D652-8D9A-AA0E-C345FB63D64B}"/>
              </a:ext>
            </a:extLst>
          </p:cNvPr>
          <p:cNvPicPr>
            <a:picLocks noChangeAspect="1"/>
          </p:cNvPicPr>
          <p:nvPr/>
        </p:nvPicPr>
        <p:blipFill>
          <a:blip r:embed="rId3"/>
          <a:stretch>
            <a:fillRect/>
          </a:stretch>
        </p:blipFill>
        <p:spPr>
          <a:xfrm>
            <a:off x="7885657" y="885937"/>
            <a:ext cx="4228040" cy="1947332"/>
          </a:xfrm>
          <a:prstGeom prst="rect">
            <a:avLst/>
          </a:prstGeom>
        </p:spPr>
      </p:pic>
      <p:pic>
        <p:nvPicPr>
          <p:cNvPr id="13" name="Picture 12" descr="A screen shot of a computer&#10;&#10;AI-generated content may be incorrect.">
            <a:extLst>
              <a:ext uri="{FF2B5EF4-FFF2-40B4-BE49-F238E27FC236}">
                <a16:creationId xmlns:a16="http://schemas.microsoft.com/office/drawing/2014/main" id="{9F02CC1A-C6BB-7663-E205-D6BEC23089EA}"/>
              </a:ext>
            </a:extLst>
          </p:cNvPr>
          <p:cNvPicPr>
            <a:picLocks noChangeAspect="1"/>
          </p:cNvPicPr>
          <p:nvPr/>
        </p:nvPicPr>
        <p:blipFill>
          <a:blip r:embed="rId4"/>
          <a:stretch>
            <a:fillRect/>
          </a:stretch>
        </p:blipFill>
        <p:spPr>
          <a:xfrm>
            <a:off x="8013026" y="5038712"/>
            <a:ext cx="4127500" cy="815975"/>
          </a:xfrm>
          <a:prstGeom prst="rect">
            <a:avLst/>
          </a:prstGeom>
        </p:spPr>
      </p:pic>
      <p:sp>
        <p:nvSpPr>
          <p:cNvPr id="5" name="TextBox 4">
            <a:extLst>
              <a:ext uri="{FF2B5EF4-FFF2-40B4-BE49-F238E27FC236}">
                <a16:creationId xmlns:a16="http://schemas.microsoft.com/office/drawing/2014/main" id="{3706C89A-1DB7-BF78-53C4-90E75DDDBFF3}"/>
              </a:ext>
            </a:extLst>
          </p:cNvPr>
          <p:cNvSpPr txBox="1"/>
          <p:nvPr/>
        </p:nvSpPr>
        <p:spPr>
          <a:xfrm>
            <a:off x="8009354" y="2837447"/>
            <a:ext cx="3980447"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200" i="1">
                <a:ea typeface="Calibri"/>
                <a:cs typeface="Calibri"/>
              </a:rPr>
              <a:t>      Figure 6: stepper motor timing </a:t>
            </a:r>
            <a:endParaRPr lang="en-GB" sz="1200" i="1"/>
          </a:p>
        </p:txBody>
      </p:sp>
      <p:sp>
        <p:nvSpPr>
          <p:cNvPr id="7" name="TextBox 6">
            <a:extLst>
              <a:ext uri="{FF2B5EF4-FFF2-40B4-BE49-F238E27FC236}">
                <a16:creationId xmlns:a16="http://schemas.microsoft.com/office/drawing/2014/main" id="{2D242026-23A2-1A51-5EFC-2D12F2E08840}"/>
              </a:ext>
            </a:extLst>
          </p:cNvPr>
          <p:cNvSpPr txBox="1"/>
          <p:nvPr/>
        </p:nvSpPr>
        <p:spPr>
          <a:xfrm>
            <a:off x="8624302" y="4125828"/>
            <a:ext cx="2747210"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200" i="1">
                <a:ea typeface="Calibri"/>
                <a:cs typeface="Calibri"/>
              </a:rPr>
              <a:t>    Figure 7: ultrasonic timing</a:t>
            </a:r>
          </a:p>
        </p:txBody>
      </p:sp>
      <p:sp>
        <p:nvSpPr>
          <p:cNvPr id="8" name="TextBox 7">
            <a:extLst>
              <a:ext uri="{FF2B5EF4-FFF2-40B4-BE49-F238E27FC236}">
                <a16:creationId xmlns:a16="http://schemas.microsoft.com/office/drawing/2014/main" id="{2576D4F3-E48D-1053-52FB-658B1BB37BF3}"/>
              </a:ext>
            </a:extLst>
          </p:cNvPr>
          <p:cNvSpPr txBox="1"/>
          <p:nvPr/>
        </p:nvSpPr>
        <p:spPr>
          <a:xfrm>
            <a:off x="8017153" y="5857039"/>
            <a:ext cx="4040605"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200" i="1">
                <a:ea typeface="Calibri"/>
                <a:cs typeface="Calibri"/>
              </a:rPr>
              <a:t>        Figure 8: stepper motor rate</a:t>
            </a:r>
          </a:p>
        </p:txBody>
      </p:sp>
    </p:spTree>
    <p:extLst>
      <p:ext uri="{BB962C8B-B14F-4D97-AF65-F5344CB8AC3E}">
        <p14:creationId xmlns:p14="http://schemas.microsoft.com/office/powerpoint/2010/main" val="245964777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1AC64E7A-E5EB-865D-7134-1AA06C2F9B51}"/>
              </a:ext>
            </a:extLst>
          </p:cNvPr>
          <p:cNvSpPr>
            <a:spLocks noGrp="1"/>
          </p:cNvSpPr>
          <p:nvPr>
            <p:ph type="title"/>
          </p:nvPr>
        </p:nvSpPr>
        <p:spPr>
          <a:xfrm>
            <a:off x="304801" y="-2005"/>
            <a:ext cx="11422591" cy="1145452"/>
          </a:xfrm>
        </p:spPr>
        <p:txBody>
          <a:bodyPr>
            <a:normAutofit fontScale="90000"/>
          </a:bodyPr>
          <a:lstStyle/>
          <a:p>
            <a:r>
              <a:rPr lang="en-GB">
                <a:ea typeface="Calibri Light"/>
                <a:cs typeface="Calibri Light"/>
              </a:rPr>
              <a:t> </a:t>
            </a:r>
            <a:r>
              <a:rPr lang="en-US">
                <a:latin typeface="Arial"/>
                <a:ea typeface="Calibri Light"/>
                <a:cs typeface="Arial"/>
              </a:rPr>
              <a:t>Confidence testing and handling of sensors</a:t>
            </a:r>
            <a:endParaRPr lang="en-GB">
              <a:ea typeface="Calibri Light" panose="020F0302020204030204"/>
              <a:cs typeface="Calibri Light" panose="020F0302020204030204"/>
            </a:endParaRPr>
          </a:p>
        </p:txBody>
      </p:sp>
      <p:pic>
        <p:nvPicPr>
          <p:cNvPr id="9" name="Picture 8" descr="A computer screen with text and numbers&#10;&#10;AI-generated content may be incorrect.">
            <a:extLst>
              <a:ext uri="{FF2B5EF4-FFF2-40B4-BE49-F238E27FC236}">
                <a16:creationId xmlns:a16="http://schemas.microsoft.com/office/drawing/2014/main" id="{126C80D1-B32F-0440-5127-64BDB3F5BE28}"/>
              </a:ext>
            </a:extLst>
          </p:cNvPr>
          <p:cNvPicPr>
            <a:picLocks noChangeAspect="1"/>
          </p:cNvPicPr>
          <p:nvPr/>
        </p:nvPicPr>
        <p:blipFill>
          <a:blip r:embed="rId2"/>
          <a:stretch>
            <a:fillRect/>
          </a:stretch>
        </p:blipFill>
        <p:spPr>
          <a:xfrm>
            <a:off x="7405799" y="946972"/>
            <a:ext cx="4785784" cy="2116668"/>
          </a:xfrm>
          <a:prstGeom prst="rect">
            <a:avLst/>
          </a:prstGeom>
        </p:spPr>
      </p:pic>
      <p:pic>
        <p:nvPicPr>
          <p:cNvPr id="14" name="Picture 13" descr="A computer screen with white text and numbers&#10;&#10;AI-generated content may be incorrect.">
            <a:extLst>
              <a:ext uri="{FF2B5EF4-FFF2-40B4-BE49-F238E27FC236}">
                <a16:creationId xmlns:a16="http://schemas.microsoft.com/office/drawing/2014/main" id="{FD35023B-DBAE-D84D-6226-9F6709490760}"/>
              </a:ext>
            </a:extLst>
          </p:cNvPr>
          <p:cNvPicPr>
            <a:picLocks noChangeAspect="1"/>
          </p:cNvPicPr>
          <p:nvPr/>
        </p:nvPicPr>
        <p:blipFill>
          <a:blip r:embed="rId3"/>
          <a:stretch>
            <a:fillRect/>
          </a:stretch>
        </p:blipFill>
        <p:spPr>
          <a:xfrm>
            <a:off x="466" y="836905"/>
            <a:ext cx="2849173" cy="1158442"/>
          </a:xfrm>
          <a:prstGeom prst="rect">
            <a:avLst/>
          </a:prstGeom>
        </p:spPr>
      </p:pic>
      <p:pic>
        <p:nvPicPr>
          <p:cNvPr id="16" name="Picture 15">
            <a:extLst>
              <a:ext uri="{FF2B5EF4-FFF2-40B4-BE49-F238E27FC236}">
                <a16:creationId xmlns:a16="http://schemas.microsoft.com/office/drawing/2014/main" id="{46256397-9A58-01C6-7238-15FB1C819331}"/>
              </a:ext>
            </a:extLst>
          </p:cNvPr>
          <p:cNvPicPr>
            <a:picLocks noChangeAspect="1"/>
          </p:cNvPicPr>
          <p:nvPr/>
        </p:nvPicPr>
        <p:blipFill>
          <a:blip r:embed="rId4"/>
          <a:stretch>
            <a:fillRect/>
          </a:stretch>
        </p:blipFill>
        <p:spPr>
          <a:xfrm>
            <a:off x="8369828" y="4431731"/>
            <a:ext cx="3823758" cy="536575"/>
          </a:xfrm>
          <a:prstGeom prst="rect">
            <a:avLst/>
          </a:prstGeom>
        </p:spPr>
      </p:pic>
      <p:pic>
        <p:nvPicPr>
          <p:cNvPr id="17" name="Picture 16" descr="A computer code on a black background&#10;&#10;AI-generated content may be incorrect.">
            <a:extLst>
              <a:ext uri="{FF2B5EF4-FFF2-40B4-BE49-F238E27FC236}">
                <a16:creationId xmlns:a16="http://schemas.microsoft.com/office/drawing/2014/main" id="{15F55646-5ED3-6A0C-81FB-75B77A268289}"/>
              </a:ext>
            </a:extLst>
          </p:cNvPr>
          <p:cNvPicPr>
            <a:picLocks noChangeAspect="1"/>
          </p:cNvPicPr>
          <p:nvPr/>
        </p:nvPicPr>
        <p:blipFill>
          <a:blip r:embed="rId5"/>
          <a:stretch>
            <a:fillRect/>
          </a:stretch>
        </p:blipFill>
        <p:spPr>
          <a:xfrm>
            <a:off x="41504" y="3618148"/>
            <a:ext cx="3833461" cy="1632154"/>
          </a:xfrm>
          <a:prstGeom prst="rect">
            <a:avLst/>
          </a:prstGeom>
        </p:spPr>
      </p:pic>
      <p:sp>
        <p:nvSpPr>
          <p:cNvPr id="18" name="TextBox 17">
            <a:extLst>
              <a:ext uri="{FF2B5EF4-FFF2-40B4-BE49-F238E27FC236}">
                <a16:creationId xmlns:a16="http://schemas.microsoft.com/office/drawing/2014/main" id="{70886837-3BB8-6410-A423-C748492060F6}"/>
              </a:ext>
            </a:extLst>
          </p:cNvPr>
          <p:cNvSpPr txBox="1"/>
          <p:nvPr/>
        </p:nvSpPr>
        <p:spPr>
          <a:xfrm>
            <a:off x="7243209" y="4882487"/>
            <a:ext cx="4494220" cy="135421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buFont typeface=""/>
              <a:buChar char="•"/>
            </a:pPr>
            <a:endParaRPr lang="en-US">
              <a:ea typeface="Calibri"/>
              <a:cs typeface="Calibri"/>
            </a:endParaRPr>
          </a:p>
          <a:p>
            <a:pPr>
              <a:buFont typeface=""/>
              <a:buChar char="•"/>
            </a:pPr>
            <a:endParaRPr lang="en-US" b="1"/>
          </a:p>
          <a:p>
            <a:r>
              <a:rPr lang="en-US" sz="1400" b="1"/>
              <a:t>Clamp position: </a:t>
            </a:r>
            <a:r>
              <a:rPr lang="en-US" sz="1400"/>
              <a:t>coordinates forced back into 0–7 range if a sensor error causes position drift</a:t>
            </a:r>
            <a:endParaRPr lang="en-US" sz="1400">
              <a:ea typeface="Calibri"/>
              <a:cs typeface="Calibri"/>
            </a:endParaRPr>
          </a:p>
          <a:p>
            <a:pPr algn="ctr"/>
            <a:endParaRPr lang="en-GB"/>
          </a:p>
        </p:txBody>
      </p:sp>
      <p:sp>
        <p:nvSpPr>
          <p:cNvPr id="20" name="TextBox 19">
            <a:extLst>
              <a:ext uri="{FF2B5EF4-FFF2-40B4-BE49-F238E27FC236}">
                <a16:creationId xmlns:a16="http://schemas.microsoft.com/office/drawing/2014/main" id="{88228DFA-6678-75BF-9151-9F5A8B14B439}"/>
              </a:ext>
            </a:extLst>
          </p:cNvPr>
          <p:cNvSpPr txBox="1"/>
          <p:nvPr/>
        </p:nvSpPr>
        <p:spPr>
          <a:xfrm>
            <a:off x="0" y="2391705"/>
            <a:ext cx="2849466" cy="73866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b="1">
                <a:ea typeface="Calibri"/>
                <a:cs typeface="Calibri"/>
              </a:rPr>
              <a:t>Ultrasonic (front):</a:t>
            </a:r>
            <a:r>
              <a:rPr lang="en-US" sz="1400">
                <a:ea typeface="Calibri"/>
                <a:cs typeface="Calibri"/>
              </a:rPr>
              <a:t> echo time converted to mm; wall confirmed only if distance &lt; 80 mm</a:t>
            </a:r>
            <a:endParaRPr lang="en-US" sz="1400"/>
          </a:p>
        </p:txBody>
      </p:sp>
      <p:sp>
        <p:nvSpPr>
          <p:cNvPr id="21" name="TextBox 20">
            <a:extLst>
              <a:ext uri="{FF2B5EF4-FFF2-40B4-BE49-F238E27FC236}">
                <a16:creationId xmlns:a16="http://schemas.microsoft.com/office/drawing/2014/main" id="{501940BB-916E-79E3-4B71-31AC62A87153}"/>
              </a:ext>
            </a:extLst>
          </p:cNvPr>
          <p:cNvSpPr txBox="1"/>
          <p:nvPr/>
        </p:nvSpPr>
        <p:spPr>
          <a:xfrm>
            <a:off x="6011333" y="3429000"/>
            <a:ext cx="6381748"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ea typeface="Calibri"/>
                <a:cs typeface="Calibri"/>
              </a:rPr>
              <a:t>IR arrays (left &amp; right):</a:t>
            </a:r>
            <a:r>
              <a:rPr lang="en-US">
                <a:ea typeface="Calibri"/>
                <a:cs typeface="Calibri"/>
              </a:rPr>
              <a:t> 3 sensors per side; wall only registered if all 3 agree (value = 7), rejecting noisy single-sensor readings</a:t>
            </a:r>
            <a:endParaRPr lang="en-US"/>
          </a:p>
        </p:txBody>
      </p:sp>
      <p:sp>
        <p:nvSpPr>
          <p:cNvPr id="22" name="TextBox 21">
            <a:extLst>
              <a:ext uri="{FF2B5EF4-FFF2-40B4-BE49-F238E27FC236}">
                <a16:creationId xmlns:a16="http://schemas.microsoft.com/office/drawing/2014/main" id="{7E353210-6D4D-8302-295C-AB6D7E6A0981}"/>
              </a:ext>
            </a:extLst>
          </p:cNvPr>
          <p:cNvSpPr txBox="1"/>
          <p:nvPr/>
        </p:nvSpPr>
        <p:spPr>
          <a:xfrm>
            <a:off x="3952" y="5705819"/>
            <a:ext cx="3725333"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b="1">
                <a:ea typeface="Calibri"/>
                <a:cs typeface="Calibri"/>
              </a:rPr>
              <a:t>Settling delays:</a:t>
            </a:r>
            <a:r>
              <a:rPr lang="en-US" sz="1400">
                <a:ea typeface="Calibri"/>
                <a:cs typeface="Calibri"/>
              </a:rPr>
              <a:t> 10 </a:t>
            </a:r>
            <a:r>
              <a:rPr lang="en-US" sz="1400" err="1">
                <a:ea typeface="Calibri"/>
                <a:cs typeface="Calibri"/>
              </a:rPr>
              <a:t>ms</a:t>
            </a:r>
            <a:r>
              <a:rPr lang="en-US" sz="1400">
                <a:ea typeface="Calibri"/>
                <a:cs typeface="Calibri"/>
              </a:rPr>
              <a:t> </a:t>
            </a:r>
            <a:r>
              <a:rPr lang="en-US" sz="1400" err="1">
                <a:ea typeface="Calibri"/>
                <a:cs typeface="Calibri"/>
              </a:rPr>
              <a:t>wait_us</a:t>
            </a:r>
            <a:r>
              <a:rPr lang="en-US" sz="1400">
                <a:ea typeface="Calibri"/>
                <a:cs typeface="Calibri"/>
              </a:rPr>
              <a:t> before and after sensor reads to let signals </a:t>
            </a:r>
            <a:r>
              <a:rPr lang="en-US" sz="1400" err="1">
                <a:ea typeface="Calibri"/>
                <a:cs typeface="Calibri"/>
              </a:rPr>
              <a:t>stabilise</a:t>
            </a:r>
            <a:endParaRPr lang="en-US" sz="1400" err="1"/>
          </a:p>
        </p:txBody>
      </p:sp>
      <p:sp>
        <p:nvSpPr>
          <p:cNvPr id="2" name="TextBox 1">
            <a:extLst>
              <a:ext uri="{FF2B5EF4-FFF2-40B4-BE49-F238E27FC236}">
                <a16:creationId xmlns:a16="http://schemas.microsoft.com/office/drawing/2014/main" id="{940BDAE4-7AFA-3EEA-05EC-F86AB521022A}"/>
              </a:ext>
            </a:extLst>
          </p:cNvPr>
          <p:cNvSpPr txBox="1"/>
          <p:nvPr/>
        </p:nvSpPr>
        <p:spPr>
          <a:xfrm>
            <a:off x="40105" y="1985210"/>
            <a:ext cx="3198394"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200" i="1">
                <a:ea typeface="Calibri"/>
                <a:cs typeface="Calibri"/>
              </a:rPr>
              <a:t>Figure 9: ultrasonic </a:t>
            </a:r>
          </a:p>
        </p:txBody>
      </p:sp>
      <p:sp>
        <p:nvSpPr>
          <p:cNvPr id="24" name="TextBox 23">
            <a:extLst>
              <a:ext uri="{FF2B5EF4-FFF2-40B4-BE49-F238E27FC236}">
                <a16:creationId xmlns:a16="http://schemas.microsoft.com/office/drawing/2014/main" id="{31482F26-AFC6-8301-5FA1-04907903DCE8}"/>
              </a:ext>
            </a:extLst>
          </p:cNvPr>
          <p:cNvSpPr txBox="1"/>
          <p:nvPr/>
        </p:nvSpPr>
        <p:spPr>
          <a:xfrm>
            <a:off x="8728384" y="3064709"/>
            <a:ext cx="3198394"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200" i="1">
                <a:ea typeface="Calibri"/>
                <a:cs typeface="Calibri"/>
              </a:rPr>
              <a:t>Figure 10: IR arrays Left</a:t>
            </a:r>
            <a:endParaRPr lang="en-GB" sz="1200" i="1"/>
          </a:p>
        </p:txBody>
      </p:sp>
      <p:sp>
        <p:nvSpPr>
          <p:cNvPr id="25" name="TextBox 24">
            <a:extLst>
              <a:ext uri="{FF2B5EF4-FFF2-40B4-BE49-F238E27FC236}">
                <a16:creationId xmlns:a16="http://schemas.microsoft.com/office/drawing/2014/main" id="{B9031A91-1131-2AF0-C571-0C4B913E15D4}"/>
              </a:ext>
            </a:extLst>
          </p:cNvPr>
          <p:cNvSpPr txBox="1"/>
          <p:nvPr/>
        </p:nvSpPr>
        <p:spPr>
          <a:xfrm>
            <a:off x="41125" y="5255460"/>
            <a:ext cx="3198394"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200" i="1">
                <a:ea typeface="Calibri"/>
                <a:cs typeface="Calibri"/>
              </a:rPr>
              <a:t>Figure 11: settling delays</a:t>
            </a:r>
            <a:endParaRPr lang="en-GB" sz="1200" i="1"/>
          </a:p>
        </p:txBody>
      </p:sp>
      <p:sp>
        <p:nvSpPr>
          <p:cNvPr id="26" name="TextBox 25">
            <a:extLst>
              <a:ext uri="{FF2B5EF4-FFF2-40B4-BE49-F238E27FC236}">
                <a16:creationId xmlns:a16="http://schemas.microsoft.com/office/drawing/2014/main" id="{AA9EC4BE-FDB3-4DD1-137E-082405DD8445}"/>
              </a:ext>
            </a:extLst>
          </p:cNvPr>
          <p:cNvSpPr txBox="1"/>
          <p:nvPr/>
        </p:nvSpPr>
        <p:spPr>
          <a:xfrm>
            <a:off x="8685158" y="4980931"/>
            <a:ext cx="3198394"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200" i="1">
                <a:ea typeface="Calibri"/>
                <a:cs typeface="Calibri"/>
              </a:rPr>
              <a:t>    Figure 12: clamp function</a:t>
            </a:r>
            <a:endParaRPr lang="en-GB" sz="1200" i="1"/>
          </a:p>
        </p:txBody>
      </p:sp>
    </p:spTree>
    <p:extLst>
      <p:ext uri="{BB962C8B-B14F-4D97-AF65-F5344CB8AC3E}">
        <p14:creationId xmlns:p14="http://schemas.microsoft.com/office/powerpoint/2010/main" val="385381133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screenshot of a computer&#10;&#10;AI-generated content may be incorrect.">
            <a:extLst>
              <a:ext uri="{FF2B5EF4-FFF2-40B4-BE49-F238E27FC236}">
                <a16:creationId xmlns:a16="http://schemas.microsoft.com/office/drawing/2014/main" id="{437CF637-69CB-B177-D3D4-F4CFF984C6BD}"/>
              </a:ext>
            </a:extLst>
          </p:cNvPr>
          <p:cNvPicPr>
            <a:picLocks noChangeAspect="1"/>
          </p:cNvPicPr>
          <p:nvPr/>
        </p:nvPicPr>
        <p:blipFill>
          <a:blip r:embed="rId2"/>
          <a:stretch>
            <a:fillRect/>
          </a:stretch>
        </p:blipFill>
        <p:spPr>
          <a:xfrm>
            <a:off x="7468129" y="1147764"/>
            <a:ext cx="4505325" cy="5250391"/>
          </a:xfrm>
          <a:prstGeom prst="rect">
            <a:avLst/>
          </a:prstGeom>
        </p:spPr>
      </p:pic>
      <p:sp>
        <p:nvSpPr>
          <p:cNvPr id="6" name="Title 1">
            <a:extLst>
              <a:ext uri="{FF2B5EF4-FFF2-40B4-BE49-F238E27FC236}">
                <a16:creationId xmlns:a16="http://schemas.microsoft.com/office/drawing/2014/main" id="{2373B342-99C9-EC99-C1E4-AA66587BE23A}"/>
              </a:ext>
            </a:extLst>
          </p:cNvPr>
          <p:cNvSpPr>
            <a:spLocks noGrp="1"/>
          </p:cNvSpPr>
          <p:nvPr>
            <p:ph type="title"/>
          </p:nvPr>
        </p:nvSpPr>
        <p:spPr>
          <a:xfrm>
            <a:off x="-2115" y="-2005"/>
            <a:ext cx="11972924" cy="1156035"/>
          </a:xfrm>
        </p:spPr>
        <p:txBody>
          <a:bodyPr>
            <a:normAutofit fontScale="90000"/>
          </a:bodyPr>
          <a:lstStyle/>
          <a:p>
            <a:pPr algn="ctr"/>
            <a:r>
              <a:rPr lang="en-GB">
                <a:ea typeface="Calibri Light"/>
                <a:cs typeface="Calibri Light"/>
              </a:rPr>
              <a:t> </a:t>
            </a:r>
            <a:r>
              <a:rPr lang="en-US">
                <a:latin typeface="Arial"/>
                <a:ea typeface="Calibri Light"/>
                <a:cs typeface="Arial"/>
              </a:rPr>
              <a:t>Confidence testing and handling of sensors part2</a:t>
            </a:r>
            <a:endParaRPr lang="en-GB">
              <a:ea typeface="Calibri Light" panose="020F0302020204030204"/>
              <a:cs typeface="Calibri Light" panose="020F0302020204030204"/>
            </a:endParaRPr>
          </a:p>
        </p:txBody>
      </p:sp>
      <p:sp>
        <p:nvSpPr>
          <p:cNvPr id="7" name="TextBox 6">
            <a:extLst>
              <a:ext uri="{FF2B5EF4-FFF2-40B4-BE49-F238E27FC236}">
                <a16:creationId xmlns:a16="http://schemas.microsoft.com/office/drawing/2014/main" id="{5DD6E542-86E3-AB01-01CC-5CA66819CC88}"/>
              </a:ext>
            </a:extLst>
          </p:cNvPr>
          <p:cNvSpPr txBox="1"/>
          <p:nvPr/>
        </p:nvSpPr>
        <p:spPr>
          <a:xfrm>
            <a:off x="587821" y="1243733"/>
            <a:ext cx="6096000" cy="507831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buFont typeface=""/>
              <a:buChar char="•"/>
            </a:pPr>
            <a:r>
              <a:rPr lang="en-US" b="1"/>
              <a:t>Sense:</a:t>
            </a:r>
            <a:r>
              <a:rPr lang="en-US"/>
              <a:t> the robot reads its ultrasonic and IR sensors to detect walls on the front, left, and right.</a:t>
            </a:r>
          </a:p>
          <a:p>
            <a:pPr>
              <a:buFont typeface=""/>
              <a:buChar char="•"/>
            </a:pPr>
            <a:endParaRPr lang="en-US" b="1"/>
          </a:p>
          <a:p>
            <a:pPr>
              <a:buFont typeface=""/>
              <a:buChar char="•"/>
            </a:pPr>
            <a:r>
              <a:rPr lang="en-US" b="1"/>
              <a:t>Plan:</a:t>
            </a:r>
            <a:r>
              <a:rPr lang="en-US"/>
              <a:t> detected walls are mapped into the grid (</a:t>
            </a:r>
            <a:r>
              <a:rPr lang="en-US" err="1"/>
              <a:t>update_walls</a:t>
            </a:r>
            <a:r>
              <a:rPr lang="en-US"/>
              <a:t>()), then </a:t>
            </a:r>
            <a:r>
              <a:rPr lang="en-US" err="1"/>
              <a:t>choose_direction</a:t>
            </a:r>
            <a:r>
              <a:rPr lang="en-US"/>
              <a:t>() uses the flood fill Lee values to pick the best </a:t>
            </a:r>
            <a:r>
              <a:rPr lang="en-US" err="1"/>
              <a:t>neighbouring</a:t>
            </a:r>
            <a:r>
              <a:rPr lang="en-US"/>
              <a:t> cell, </a:t>
            </a:r>
            <a:r>
              <a:rPr lang="en-US" err="1"/>
              <a:t>prioritising</a:t>
            </a:r>
            <a:r>
              <a:rPr lang="en-US"/>
              <a:t> north &gt; east/west &gt; south.</a:t>
            </a:r>
          </a:p>
          <a:p>
            <a:pPr>
              <a:buFont typeface=""/>
              <a:buChar char="•"/>
            </a:pPr>
            <a:endParaRPr lang="en-US" b="1"/>
          </a:p>
          <a:p>
            <a:pPr>
              <a:buFont typeface=""/>
              <a:buChar char="•"/>
            </a:pPr>
            <a:r>
              <a:rPr lang="en-US" b="1"/>
              <a:t>Act:</a:t>
            </a:r>
            <a:r>
              <a:rPr lang="en-US"/>
              <a:t> the chosen direction is converted into stepper motor commands (forwards, turn left/right, or </a:t>
            </a:r>
            <a:r>
              <a:rPr lang="en-US" err="1"/>
              <a:t>u-turn</a:t>
            </a:r>
            <a:r>
              <a:rPr lang="en-US"/>
              <a:t>), the robot's tracked position is updated based on its new heading, and </a:t>
            </a:r>
            <a:r>
              <a:rPr lang="en-US" err="1"/>
              <a:t>clamp_position</a:t>
            </a:r>
            <a:r>
              <a:rPr lang="en-US"/>
              <a:t>() ensures the coordinates stay within the valid 8×8 range as a safeguard against sensor errors.</a:t>
            </a:r>
          </a:p>
          <a:p>
            <a:pPr>
              <a:buFont typeface=""/>
              <a:buChar char="•"/>
            </a:pPr>
            <a:endParaRPr lang="en-US" b="1"/>
          </a:p>
          <a:p>
            <a:pPr>
              <a:buFont typeface=""/>
              <a:buChar char="•"/>
            </a:pPr>
            <a:r>
              <a:rPr lang="en-US" b="1"/>
              <a:t>Update:</a:t>
            </a:r>
            <a:r>
              <a:rPr lang="en-US"/>
              <a:t> finally, </a:t>
            </a:r>
            <a:r>
              <a:rPr lang="en-US" err="1"/>
              <a:t>flood_fill_update</a:t>
            </a:r>
            <a:r>
              <a:rPr lang="en-US"/>
              <a:t>() recalculates the Lee values to reflect any newly discovered walls, and the loop returns to the sensing stage for the next cell.</a:t>
            </a:r>
          </a:p>
          <a:p>
            <a:pPr algn="ctr"/>
            <a:endParaRPr lang="en-GB"/>
          </a:p>
        </p:txBody>
      </p:sp>
      <p:sp>
        <p:nvSpPr>
          <p:cNvPr id="11" name="TextBox 10">
            <a:extLst>
              <a:ext uri="{FF2B5EF4-FFF2-40B4-BE49-F238E27FC236}">
                <a16:creationId xmlns:a16="http://schemas.microsoft.com/office/drawing/2014/main" id="{DAA5CB9D-36A2-BD07-7251-BF66ACD9CE42}"/>
              </a:ext>
            </a:extLst>
          </p:cNvPr>
          <p:cNvSpPr txBox="1"/>
          <p:nvPr/>
        </p:nvSpPr>
        <p:spPr>
          <a:xfrm>
            <a:off x="8400938" y="6409044"/>
            <a:ext cx="3198394"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200" i="1">
                <a:ea typeface="Calibri"/>
                <a:cs typeface="Calibri"/>
              </a:rPr>
              <a:t>Figure 13: block diagram of code priority </a:t>
            </a:r>
          </a:p>
        </p:txBody>
      </p:sp>
    </p:spTree>
    <p:extLst>
      <p:ext uri="{BB962C8B-B14F-4D97-AF65-F5344CB8AC3E}">
        <p14:creationId xmlns:p14="http://schemas.microsoft.com/office/powerpoint/2010/main" val="17638084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BD0D66-B15D-A311-AA22-FCB7B7FE9401}"/>
              </a:ext>
            </a:extLst>
          </p:cNvPr>
          <p:cNvSpPr>
            <a:spLocks noGrp="1"/>
          </p:cNvSpPr>
          <p:nvPr>
            <p:ph type="title"/>
          </p:nvPr>
        </p:nvSpPr>
        <p:spPr>
          <a:xfrm>
            <a:off x="-2753" y="67937"/>
            <a:ext cx="12197087" cy="1061496"/>
          </a:xfrm>
        </p:spPr>
        <p:txBody>
          <a:bodyPr>
            <a:normAutofit/>
          </a:bodyPr>
          <a:lstStyle/>
          <a:p>
            <a:r>
              <a:rPr lang="en-US" sz="3200">
                <a:latin typeface="Arial"/>
                <a:cs typeface="Arial"/>
              </a:rPr>
              <a:t>  </a:t>
            </a:r>
            <a:r>
              <a:rPr lang="en-US" sz="2800">
                <a:latin typeface="Arial"/>
                <a:cs typeface="Arial"/>
              </a:rPr>
              <a:t>implementation of navigation state machine</a:t>
            </a:r>
            <a:endParaRPr lang="en-US" sz="2800"/>
          </a:p>
        </p:txBody>
      </p:sp>
      <p:pic>
        <p:nvPicPr>
          <p:cNvPr id="4" name="Picture 3" descr="A screenshot of a computer&#10;&#10;AI-generated content may be incorrect.">
            <a:extLst>
              <a:ext uri="{FF2B5EF4-FFF2-40B4-BE49-F238E27FC236}">
                <a16:creationId xmlns:a16="http://schemas.microsoft.com/office/drawing/2014/main" id="{28711029-0008-BB38-22ED-89B856324A62}"/>
              </a:ext>
            </a:extLst>
          </p:cNvPr>
          <p:cNvPicPr>
            <a:picLocks noChangeAspect="1"/>
          </p:cNvPicPr>
          <p:nvPr/>
        </p:nvPicPr>
        <p:blipFill>
          <a:blip r:embed="rId2"/>
          <a:stretch>
            <a:fillRect/>
          </a:stretch>
        </p:blipFill>
        <p:spPr>
          <a:xfrm>
            <a:off x="7478043" y="1064409"/>
            <a:ext cx="4713613" cy="5439924"/>
          </a:xfrm>
          <a:prstGeom prst="rect">
            <a:avLst/>
          </a:prstGeom>
        </p:spPr>
      </p:pic>
      <p:sp>
        <p:nvSpPr>
          <p:cNvPr id="3" name="TextBox 2">
            <a:extLst>
              <a:ext uri="{FF2B5EF4-FFF2-40B4-BE49-F238E27FC236}">
                <a16:creationId xmlns:a16="http://schemas.microsoft.com/office/drawing/2014/main" id="{116FEEC0-763E-CC64-0270-C4A6882D8B9D}"/>
              </a:ext>
            </a:extLst>
          </p:cNvPr>
          <p:cNvSpPr txBox="1"/>
          <p:nvPr/>
        </p:nvSpPr>
        <p:spPr>
          <a:xfrm>
            <a:off x="5937250" y="6508750"/>
            <a:ext cx="6096000"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200" i="1">
                <a:solidFill>
                  <a:srgbClr val="FF0000"/>
                </a:solidFill>
                <a:latin typeface="Aptos"/>
                <a:ea typeface="Aptos"/>
                <a:cs typeface="Aptos"/>
              </a:rPr>
              <a:t>              </a:t>
            </a:r>
            <a:r>
              <a:rPr lang="en-US" sz="1200" i="1">
                <a:latin typeface="Aptos"/>
                <a:ea typeface="Aptos"/>
                <a:cs typeface="Aptos"/>
              </a:rPr>
              <a:t>Figure 14: block</a:t>
            </a:r>
            <a:r>
              <a:rPr lang="en-US" sz="1200" b="0" i="1">
                <a:latin typeface="Aptos"/>
                <a:ea typeface="Aptos"/>
                <a:cs typeface="Aptos"/>
              </a:rPr>
              <a:t> diagram of function call hierarchy</a:t>
            </a:r>
            <a:endParaRPr lang="en-US" sz="1200" i="1">
              <a:latin typeface="Aptos"/>
            </a:endParaRPr>
          </a:p>
        </p:txBody>
      </p:sp>
      <p:sp>
        <p:nvSpPr>
          <p:cNvPr id="5" name="TextBox 4">
            <a:extLst>
              <a:ext uri="{FF2B5EF4-FFF2-40B4-BE49-F238E27FC236}">
                <a16:creationId xmlns:a16="http://schemas.microsoft.com/office/drawing/2014/main" id="{5C8404E1-4E48-FE06-9AC9-D22A13ED3D04}"/>
              </a:ext>
            </a:extLst>
          </p:cNvPr>
          <p:cNvSpPr txBox="1"/>
          <p:nvPr/>
        </p:nvSpPr>
        <p:spPr>
          <a:xfrm>
            <a:off x="1" y="1322917"/>
            <a:ext cx="7302497" cy="492442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r>
              <a:rPr lang="en-US" sz="2000" b="1">
                <a:ea typeface="+mn-lt"/>
                <a:cs typeface="+mn-lt"/>
              </a:rPr>
              <a:t>Sensing &amp; Mapping:</a:t>
            </a:r>
            <a:r>
              <a:rPr lang="en-US" sz="2000">
                <a:ea typeface="+mn-lt"/>
                <a:cs typeface="+mn-lt"/>
              </a:rPr>
              <a:t> The robot reads ultrasonic and IR sensors, detects walls, and updates a consistent maze‑wall map using </a:t>
            </a:r>
            <a:r>
              <a:rPr lang="en-US" sz="2000" err="1">
                <a:latin typeface="Consolas"/>
              </a:rPr>
              <a:t>update_walls</a:t>
            </a:r>
            <a:r>
              <a:rPr lang="en-US" sz="2000">
                <a:latin typeface="Consolas"/>
              </a:rPr>
              <a:t>()</a:t>
            </a:r>
            <a:r>
              <a:rPr lang="en-US" sz="2000">
                <a:ea typeface="+mn-lt"/>
                <a:cs typeface="+mn-lt"/>
              </a:rPr>
              <a:t> and </a:t>
            </a:r>
            <a:r>
              <a:rPr lang="en-US" sz="2000" err="1">
                <a:latin typeface="Consolas"/>
              </a:rPr>
              <a:t>share_walls</a:t>
            </a:r>
            <a:r>
              <a:rPr lang="en-US" sz="2000">
                <a:latin typeface="Consolas"/>
              </a:rPr>
              <a:t>()</a:t>
            </a:r>
            <a:r>
              <a:rPr lang="en-US" sz="2000">
                <a:ea typeface="+mn-lt"/>
                <a:cs typeface="+mn-lt"/>
              </a:rPr>
              <a:t>.</a:t>
            </a:r>
            <a:endParaRPr lang="en-US" sz="2000">
              <a:ea typeface="Calibri"/>
              <a:cs typeface="Calibri"/>
            </a:endParaRPr>
          </a:p>
          <a:p>
            <a:pPr marL="285750" indent="-285750">
              <a:buFont typeface="Arial"/>
              <a:buChar char="•"/>
            </a:pPr>
            <a:endParaRPr lang="en-US" sz="2000">
              <a:ea typeface="+mn-lt"/>
              <a:cs typeface="+mn-lt"/>
            </a:endParaRPr>
          </a:p>
          <a:p>
            <a:pPr marL="285750" indent="-285750">
              <a:buFont typeface="Arial"/>
              <a:buChar char="•"/>
            </a:pPr>
            <a:r>
              <a:rPr lang="en-US" sz="2000" b="1">
                <a:ea typeface="+mn-lt"/>
                <a:cs typeface="+mn-lt"/>
              </a:rPr>
              <a:t>Path Planning &amp; Navigation:</a:t>
            </a:r>
            <a:r>
              <a:rPr lang="en-US" sz="2000">
                <a:ea typeface="+mn-lt"/>
                <a:cs typeface="+mn-lt"/>
              </a:rPr>
              <a:t> Flood‑fill (</a:t>
            </a:r>
            <a:r>
              <a:rPr lang="en-US" sz="2000" err="1">
                <a:latin typeface="Consolas"/>
              </a:rPr>
              <a:t>flood_fill_setup</a:t>
            </a:r>
            <a:r>
              <a:rPr lang="en-US" sz="2000">
                <a:latin typeface="Consolas"/>
              </a:rPr>
              <a:t>()</a:t>
            </a:r>
            <a:r>
              <a:rPr lang="en-US" sz="2000">
                <a:ea typeface="+mn-lt"/>
                <a:cs typeface="+mn-lt"/>
              </a:rPr>
              <a:t> / </a:t>
            </a:r>
            <a:r>
              <a:rPr lang="en-US" sz="2000" err="1">
                <a:latin typeface="Consolas"/>
              </a:rPr>
              <a:t>flood_fill_update</a:t>
            </a:r>
            <a:r>
              <a:rPr lang="en-US" sz="2000">
                <a:latin typeface="Consolas"/>
              </a:rPr>
              <a:t>()</a:t>
            </a:r>
            <a:r>
              <a:rPr lang="en-US" sz="2000">
                <a:ea typeface="+mn-lt"/>
                <a:cs typeface="+mn-lt"/>
              </a:rPr>
              <a:t>) computes distances to the goal and </a:t>
            </a:r>
            <a:r>
              <a:rPr lang="en-US" sz="2000" err="1">
                <a:latin typeface="Consolas"/>
              </a:rPr>
              <a:t>choose_direction</a:t>
            </a:r>
            <a:r>
              <a:rPr lang="en-US" sz="2000">
                <a:latin typeface="Consolas"/>
              </a:rPr>
              <a:t>()</a:t>
            </a:r>
            <a:r>
              <a:rPr lang="en-US" sz="2000">
                <a:ea typeface="+mn-lt"/>
                <a:cs typeface="+mn-lt"/>
              </a:rPr>
              <a:t> selects the best </a:t>
            </a:r>
            <a:r>
              <a:rPr lang="en-US" sz="2000" err="1">
                <a:ea typeface="+mn-lt"/>
                <a:cs typeface="+mn-lt"/>
              </a:rPr>
              <a:t>neighbouring</a:t>
            </a:r>
            <a:r>
              <a:rPr lang="en-US" sz="2000">
                <a:ea typeface="+mn-lt"/>
                <a:cs typeface="+mn-lt"/>
              </a:rPr>
              <a:t> cell; the main loop turns and moves accordingly while keeping position safe with </a:t>
            </a:r>
            <a:r>
              <a:rPr lang="en-US" sz="2000" err="1">
                <a:latin typeface="Consolas"/>
              </a:rPr>
              <a:t>clamp_position</a:t>
            </a:r>
            <a:r>
              <a:rPr lang="en-US" sz="2000">
                <a:latin typeface="Consolas"/>
              </a:rPr>
              <a:t>()</a:t>
            </a:r>
            <a:r>
              <a:rPr lang="en-US" sz="2000">
                <a:ea typeface="+mn-lt"/>
                <a:cs typeface="+mn-lt"/>
              </a:rPr>
              <a:t>.</a:t>
            </a:r>
            <a:endParaRPr lang="en-US" sz="2000">
              <a:ea typeface="Calibri"/>
              <a:cs typeface="Calibri"/>
            </a:endParaRPr>
          </a:p>
          <a:p>
            <a:pPr marL="285750" indent="-285750">
              <a:buFont typeface="Arial"/>
              <a:buChar char="•"/>
            </a:pPr>
            <a:endParaRPr lang="en-US" sz="2000">
              <a:ea typeface="+mn-lt"/>
              <a:cs typeface="+mn-lt"/>
            </a:endParaRPr>
          </a:p>
          <a:p>
            <a:pPr marL="285750" indent="-285750">
              <a:buFont typeface="Arial"/>
              <a:buChar char="•"/>
            </a:pPr>
            <a:r>
              <a:rPr lang="en-US" sz="2000" b="1">
                <a:ea typeface="+mn-lt"/>
                <a:cs typeface="+mn-lt"/>
              </a:rPr>
              <a:t>Motor Control:</a:t>
            </a:r>
            <a:r>
              <a:rPr lang="en-US" sz="2000">
                <a:ea typeface="+mn-lt"/>
                <a:cs typeface="+mn-lt"/>
              </a:rPr>
              <a:t> Movement is executed through</a:t>
            </a:r>
            <a:r>
              <a:rPr lang="en-US" sz="2400">
                <a:ea typeface="+mn-lt"/>
                <a:cs typeface="+mn-lt"/>
              </a:rPr>
              <a:t> </a:t>
            </a:r>
            <a:r>
              <a:rPr lang="en-US" sz="2000">
                <a:ea typeface="+mn-lt"/>
                <a:cs typeface="+mn-lt"/>
              </a:rPr>
              <a:t>stepper‑motor functions (</a:t>
            </a:r>
            <a:r>
              <a:rPr lang="en-US" sz="2000">
                <a:latin typeface="Consolas"/>
                <a:ea typeface="+mn-lt"/>
                <a:cs typeface="+mn-lt"/>
              </a:rPr>
              <a:t>steps()</a:t>
            </a:r>
            <a:r>
              <a:rPr lang="en-US" sz="2000">
                <a:ea typeface="+mn-lt"/>
                <a:cs typeface="+mn-lt"/>
              </a:rPr>
              <a:t>, </a:t>
            </a:r>
            <a:r>
              <a:rPr lang="en-US" sz="2000">
                <a:latin typeface="Consolas"/>
                <a:ea typeface="+mn-lt"/>
                <a:cs typeface="+mn-lt"/>
              </a:rPr>
              <a:t>forwards()</a:t>
            </a:r>
            <a:r>
              <a:rPr lang="en-US" sz="2000">
                <a:ea typeface="+mn-lt"/>
                <a:cs typeface="+mn-lt"/>
              </a:rPr>
              <a:t>, </a:t>
            </a:r>
            <a:r>
              <a:rPr lang="en-US" sz="2000" err="1">
                <a:latin typeface="Consolas"/>
                <a:ea typeface="+mn-lt"/>
                <a:cs typeface="+mn-lt"/>
              </a:rPr>
              <a:t>turn_left</a:t>
            </a:r>
            <a:r>
              <a:rPr lang="en-US" sz="2000">
                <a:latin typeface="Consolas"/>
                <a:ea typeface="+mn-lt"/>
                <a:cs typeface="+mn-lt"/>
              </a:rPr>
              <a:t>()</a:t>
            </a:r>
            <a:r>
              <a:rPr lang="en-US" sz="2000">
                <a:ea typeface="+mn-lt"/>
                <a:cs typeface="+mn-lt"/>
              </a:rPr>
              <a:t>, </a:t>
            </a:r>
            <a:r>
              <a:rPr lang="en-US" sz="2000" err="1">
                <a:latin typeface="Consolas"/>
                <a:ea typeface="+mn-lt"/>
                <a:cs typeface="+mn-lt"/>
              </a:rPr>
              <a:t>turn_right</a:t>
            </a:r>
            <a:r>
              <a:rPr lang="en-US" sz="2000">
                <a:latin typeface="Consolas"/>
                <a:ea typeface="+mn-lt"/>
                <a:cs typeface="+mn-lt"/>
              </a:rPr>
              <a:t>()</a:t>
            </a:r>
            <a:r>
              <a:rPr lang="en-US" sz="2000">
                <a:ea typeface="+mn-lt"/>
                <a:cs typeface="+mn-lt"/>
              </a:rPr>
              <a:t>, </a:t>
            </a:r>
            <a:r>
              <a:rPr lang="en-US" sz="2000" err="1">
                <a:latin typeface="Consolas"/>
                <a:ea typeface="+mn-lt"/>
                <a:cs typeface="+mn-lt"/>
              </a:rPr>
              <a:t>u_turn</a:t>
            </a:r>
            <a:r>
              <a:rPr lang="en-US" sz="2000">
                <a:latin typeface="Consolas"/>
                <a:ea typeface="+mn-lt"/>
                <a:cs typeface="+mn-lt"/>
              </a:rPr>
              <a:t>()</a:t>
            </a:r>
            <a:r>
              <a:rPr lang="en-US" sz="2000">
                <a:ea typeface="+mn-lt"/>
                <a:cs typeface="+mn-lt"/>
              </a:rPr>
              <a:t>), which generate the required step and direction pulses.</a:t>
            </a:r>
            <a:endParaRPr lang="en-US" sz="2000">
              <a:ea typeface="Calibri"/>
              <a:cs typeface="Calibri"/>
            </a:endParaRPr>
          </a:p>
          <a:p>
            <a:pPr algn="l"/>
            <a:endParaRPr lang="en-US">
              <a:ea typeface="Calibri"/>
              <a:cs typeface="Calibri"/>
            </a:endParaRPr>
          </a:p>
        </p:txBody>
      </p:sp>
    </p:spTree>
    <p:extLst>
      <p:ext uri="{BB962C8B-B14F-4D97-AF65-F5344CB8AC3E}">
        <p14:creationId xmlns:p14="http://schemas.microsoft.com/office/powerpoint/2010/main" val="260506718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376F30-AF8E-8AC4-5571-99905E196488}"/>
              </a:ext>
            </a:extLst>
          </p:cNvPr>
          <p:cNvSpPr>
            <a:spLocks noGrp="1"/>
          </p:cNvSpPr>
          <p:nvPr>
            <p:ph type="title"/>
          </p:nvPr>
        </p:nvSpPr>
        <p:spPr/>
        <p:txBody>
          <a:bodyPr/>
          <a:lstStyle/>
          <a:p>
            <a:pPr algn="ctr"/>
            <a:r>
              <a:rPr lang="en-GB">
                <a:ea typeface="Calibri Light"/>
                <a:cs typeface="Calibri Light"/>
              </a:rPr>
              <a:t>Results</a:t>
            </a:r>
            <a:endParaRPr lang="en-GB">
              <a:solidFill>
                <a:srgbClr val="000000"/>
              </a:solidFill>
              <a:ea typeface="Calibri Light"/>
              <a:cs typeface="Calibri Light"/>
            </a:endParaRPr>
          </a:p>
        </p:txBody>
      </p:sp>
      <p:sp>
        <p:nvSpPr>
          <p:cNvPr id="3" name="Content Placeholder 2">
            <a:extLst>
              <a:ext uri="{FF2B5EF4-FFF2-40B4-BE49-F238E27FC236}">
                <a16:creationId xmlns:a16="http://schemas.microsoft.com/office/drawing/2014/main" id="{22DEB56D-50A4-17E8-6A53-349041FCCB37}"/>
              </a:ext>
            </a:extLst>
          </p:cNvPr>
          <p:cNvSpPr>
            <a:spLocks noGrp="1"/>
          </p:cNvSpPr>
          <p:nvPr>
            <p:ph idx="1"/>
          </p:nvPr>
        </p:nvSpPr>
        <p:spPr/>
        <p:txBody>
          <a:bodyPr vert="horz" lIns="91440" tIns="45720" rIns="91440" bIns="45720" rtlCol="0" anchor="ctr">
            <a:noAutofit/>
          </a:bodyPr>
          <a:lstStyle/>
          <a:p>
            <a:r>
              <a:rPr lang="en-GB" sz="2000">
                <a:ea typeface="Calibri"/>
                <a:cs typeface="Calibri"/>
              </a:rPr>
              <a:t>Unit tested each subsystem to ensure proper and expected function – good method!</a:t>
            </a:r>
            <a:endParaRPr lang="en-US" sz="2000">
              <a:ea typeface="Calibri"/>
              <a:cs typeface="Calibri"/>
            </a:endParaRPr>
          </a:p>
          <a:p>
            <a:pPr>
              <a:buClr>
                <a:srgbClr val="FFFFFF"/>
              </a:buClr>
            </a:pPr>
            <a:r>
              <a:rPr lang="en-GB" sz="2000">
                <a:ea typeface="Calibri"/>
                <a:cs typeface="Calibri"/>
              </a:rPr>
              <a:t>This proved that individual sub systems were not faulty – made detecting areas of issues easier</a:t>
            </a:r>
            <a:endParaRPr lang="en-US" sz="2000">
              <a:ea typeface="Calibri"/>
              <a:cs typeface="Calibri"/>
            </a:endParaRPr>
          </a:p>
          <a:p>
            <a:pPr marL="0" indent="0">
              <a:buClr>
                <a:srgbClr val="FFFFFF"/>
              </a:buClr>
              <a:buNone/>
            </a:pPr>
            <a:endParaRPr lang="en-GB" sz="2000">
              <a:ea typeface="Calibri"/>
              <a:cs typeface="Calibri"/>
            </a:endParaRPr>
          </a:p>
          <a:p>
            <a:pPr>
              <a:buClr>
                <a:srgbClr val="FFFFFF"/>
              </a:buClr>
            </a:pPr>
            <a:r>
              <a:rPr lang="en-GB" sz="2000">
                <a:ea typeface="Calibri"/>
                <a:cs typeface="Calibri"/>
              </a:rPr>
              <a:t>Hardware testing had issues mainly due to unstable connections (soldering) - were resolved</a:t>
            </a:r>
            <a:endParaRPr lang="en-US" sz="2000">
              <a:ea typeface="Calibri"/>
              <a:cs typeface="Calibri"/>
            </a:endParaRPr>
          </a:p>
          <a:p>
            <a:pPr>
              <a:buClr>
                <a:srgbClr val="FFFFFF"/>
              </a:buClr>
            </a:pPr>
            <a:r>
              <a:rPr lang="en-GB" sz="2000">
                <a:ea typeface="Calibri"/>
                <a:cs typeface="Calibri"/>
              </a:rPr>
              <a:t>Code was built in stages to ensure individual functions operating without issues</a:t>
            </a:r>
            <a:endParaRPr lang="en-US" sz="2000">
              <a:ea typeface="Calibri"/>
              <a:cs typeface="Calibri"/>
            </a:endParaRPr>
          </a:p>
          <a:p>
            <a:pPr>
              <a:buClr>
                <a:srgbClr val="FFFFFF"/>
              </a:buClr>
            </a:pPr>
            <a:endParaRPr lang="en-GB" sz="2000">
              <a:ea typeface="Calibri"/>
              <a:cs typeface="Calibri"/>
            </a:endParaRPr>
          </a:p>
          <a:p>
            <a:pPr>
              <a:buClr>
                <a:srgbClr val="FFFFFF"/>
              </a:buClr>
            </a:pPr>
            <a:r>
              <a:rPr lang="en-GB" sz="2000">
                <a:ea typeface="Calibri"/>
                <a:cs typeface="Calibri"/>
              </a:rPr>
              <a:t>Method and workflow was efficient and effective</a:t>
            </a:r>
            <a:endParaRPr lang="en-US" sz="2000">
              <a:ea typeface="Calibri"/>
              <a:cs typeface="Calibri"/>
            </a:endParaRPr>
          </a:p>
          <a:p>
            <a:pPr>
              <a:buClr>
                <a:srgbClr val="FFFFFF"/>
              </a:buClr>
            </a:pPr>
            <a:r>
              <a:rPr lang="en-GB" sz="2000">
                <a:ea typeface="Calibri"/>
                <a:cs typeface="Calibri"/>
              </a:rPr>
              <a:t>Full system integration – unstable results</a:t>
            </a:r>
          </a:p>
        </p:txBody>
      </p:sp>
    </p:spTree>
    <p:extLst>
      <p:ext uri="{BB962C8B-B14F-4D97-AF65-F5344CB8AC3E}">
        <p14:creationId xmlns:p14="http://schemas.microsoft.com/office/powerpoint/2010/main" val="421675715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CBBB61-C5B4-B839-BE2D-1AA8197E94B4}"/>
              </a:ext>
            </a:extLst>
          </p:cNvPr>
          <p:cNvSpPr>
            <a:spLocks noGrp="1"/>
          </p:cNvSpPr>
          <p:nvPr>
            <p:ph type="title"/>
          </p:nvPr>
        </p:nvSpPr>
        <p:spPr/>
        <p:txBody>
          <a:bodyPr/>
          <a:lstStyle/>
          <a:p>
            <a:r>
              <a:rPr lang="en-US"/>
              <a:t>                                    </a:t>
            </a:r>
            <a:r>
              <a:rPr lang="en-US" b="1"/>
              <a:t> Conclusion </a:t>
            </a:r>
            <a:endParaRPr lang="en-US" b="1">
              <a:ea typeface="Calibri Light"/>
              <a:cs typeface="Calibri Light"/>
            </a:endParaRPr>
          </a:p>
        </p:txBody>
      </p:sp>
      <p:sp>
        <p:nvSpPr>
          <p:cNvPr id="6" name="Content Placeholder 5">
            <a:extLst>
              <a:ext uri="{FF2B5EF4-FFF2-40B4-BE49-F238E27FC236}">
                <a16:creationId xmlns:a16="http://schemas.microsoft.com/office/drawing/2014/main" id="{9D4E7F94-81FA-6FD6-25C7-38D2E31616A8}"/>
              </a:ext>
            </a:extLst>
          </p:cNvPr>
          <p:cNvSpPr>
            <a:spLocks noGrp="1"/>
          </p:cNvSpPr>
          <p:nvPr>
            <p:ph idx="1"/>
          </p:nvPr>
        </p:nvSpPr>
        <p:spPr>
          <a:xfrm>
            <a:off x="1562820" y="1983916"/>
            <a:ext cx="3977916" cy="3692265"/>
          </a:xfrm>
        </p:spPr>
        <p:txBody>
          <a:bodyPr vert="horz" lIns="91440" tIns="45720" rIns="91440" bIns="45720" rtlCol="0" anchor="t">
            <a:normAutofit/>
          </a:bodyPr>
          <a:lstStyle/>
          <a:p>
            <a:pPr marL="0" indent="0">
              <a:buNone/>
            </a:pPr>
            <a:r>
              <a:rPr lang="en-US">
                <a:ea typeface="Calibri"/>
                <a:cs typeface="Calibri"/>
              </a:rPr>
              <a:t>Achievements:</a:t>
            </a:r>
          </a:p>
          <a:p>
            <a:pPr>
              <a:buFont typeface="Calibri"/>
              <a:buChar char="-"/>
            </a:pPr>
            <a:r>
              <a:rPr lang="en-US">
                <a:ea typeface="Calibri"/>
                <a:cs typeface="Calibri"/>
              </a:rPr>
              <a:t>Subsystems</a:t>
            </a:r>
          </a:p>
          <a:p>
            <a:pPr lvl="1">
              <a:buClr>
                <a:srgbClr val="FFFFFF"/>
              </a:buClr>
            </a:pPr>
            <a:r>
              <a:rPr lang="en-US">
                <a:ea typeface="Calibri"/>
                <a:cs typeface="Calibri"/>
              </a:rPr>
              <a:t>IR sensors</a:t>
            </a:r>
          </a:p>
          <a:p>
            <a:pPr lvl="1">
              <a:buClr>
                <a:srgbClr val="FFFFFF"/>
              </a:buClr>
            </a:pPr>
            <a:r>
              <a:rPr lang="en-US">
                <a:ea typeface="Calibri"/>
                <a:cs typeface="Calibri"/>
              </a:rPr>
              <a:t>Ultrasonic sensor</a:t>
            </a:r>
          </a:p>
          <a:p>
            <a:pPr lvl="1">
              <a:buClr>
                <a:srgbClr val="FFFFFF"/>
              </a:buClr>
            </a:pPr>
            <a:r>
              <a:rPr lang="en-US">
                <a:ea typeface="Calibri"/>
                <a:cs typeface="Calibri"/>
              </a:rPr>
              <a:t>Motors</a:t>
            </a:r>
          </a:p>
          <a:p>
            <a:pPr lvl="1">
              <a:buClr>
                <a:srgbClr val="FFFFFF"/>
              </a:buClr>
            </a:pPr>
            <a:r>
              <a:rPr lang="en-US">
                <a:ea typeface="Calibri"/>
                <a:cs typeface="Calibri"/>
              </a:rPr>
              <a:t>Voltage divider</a:t>
            </a:r>
          </a:p>
          <a:p>
            <a:pPr>
              <a:buClr>
                <a:srgbClr val="FFFFFF"/>
              </a:buClr>
              <a:buFont typeface="Calibri,Sans-Serif"/>
              <a:buChar char="-"/>
            </a:pPr>
            <a:r>
              <a:rPr lang="en-US">
                <a:ea typeface="Calibri"/>
                <a:cs typeface="Calibri"/>
              </a:rPr>
              <a:t>System integration</a:t>
            </a:r>
            <a:endParaRPr lang="en-US">
              <a:solidFill>
                <a:srgbClr val="000000"/>
              </a:solidFill>
              <a:ea typeface="Calibri"/>
              <a:cs typeface="Calibri"/>
            </a:endParaRPr>
          </a:p>
          <a:p>
            <a:pPr>
              <a:buClr>
                <a:srgbClr val="FFFFFF"/>
              </a:buClr>
              <a:buFont typeface="Calibri,Sans-Serif"/>
              <a:buChar char="-"/>
            </a:pPr>
            <a:r>
              <a:rPr lang="en-US">
                <a:ea typeface="Calibri"/>
                <a:cs typeface="Calibri"/>
              </a:rPr>
              <a:t>Temperamental operation</a:t>
            </a:r>
          </a:p>
          <a:p>
            <a:pPr>
              <a:buClr>
                <a:srgbClr val="FFFFFF"/>
              </a:buClr>
              <a:buFont typeface="Calibri,Sans-Serif"/>
              <a:buChar char="-"/>
            </a:pPr>
            <a:r>
              <a:rPr lang="en-US">
                <a:ea typeface="Calibri"/>
                <a:cs typeface="Calibri"/>
              </a:rPr>
              <a:t>Successful teamwork</a:t>
            </a:r>
          </a:p>
          <a:p>
            <a:pPr marL="457200" lvl="1" indent="0">
              <a:buClr>
                <a:prstClr val="white"/>
              </a:buClr>
              <a:buNone/>
            </a:pPr>
            <a:endParaRPr lang="en-US">
              <a:ea typeface="Calibri"/>
              <a:cs typeface="Calibri"/>
            </a:endParaRPr>
          </a:p>
          <a:p>
            <a:pPr lvl="1">
              <a:buClr>
                <a:srgbClr val="FFFFFF"/>
              </a:buClr>
            </a:pPr>
            <a:endParaRPr lang="en-US">
              <a:ea typeface="Calibri"/>
              <a:cs typeface="Calibri"/>
            </a:endParaRPr>
          </a:p>
        </p:txBody>
      </p:sp>
      <p:sp>
        <p:nvSpPr>
          <p:cNvPr id="9" name="TextBox 8">
            <a:extLst>
              <a:ext uri="{FF2B5EF4-FFF2-40B4-BE49-F238E27FC236}">
                <a16:creationId xmlns:a16="http://schemas.microsoft.com/office/drawing/2014/main" id="{C4DF341C-0808-8EAF-E214-6BEEB34D9A60}"/>
              </a:ext>
            </a:extLst>
          </p:cNvPr>
          <p:cNvSpPr txBox="1"/>
          <p:nvPr/>
        </p:nvSpPr>
        <p:spPr>
          <a:xfrm>
            <a:off x="6686550" y="2076450"/>
            <a:ext cx="4705350" cy="175432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ea typeface="Calibri"/>
                <a:cs typeface="Calibri"/>
              </a:rPr>
              <a:t>Future work:</a:t>
            </a:r>
          </a:p>
          <a:p>
            <a:pPr marL="285750" indent="-285750">
              <a:buFont typeface="Calibri"/>
              <a:buChar char="-"/>
            </a:pPr>
            <a:r>
              <a:rPr lang="en-US">
                <a:ea typeface="Calibri"/>
                <a:cs typeface="Calibri"/>
              </a:rPr>
              <a:t>IR module</a:t>
            </a:r>
          </a:p>
          <a:p>
            <a:pPr marL="285750" indent="-285750">
              <a:buFont typeface="Calibri"/>
              <a:buChar char="-"/>
            </a:pPr>
            <a:r>
              <a:rPr lang="en-US">
                <a:ea typeface="Calibri"/>
                <a:cs typeface="Calibri"/>
              </a:rPr>
              <a:t>DC motors</a:t>
            </a:r>
            <a:endParaRPr lang="en-US"/>
          </a:p>
          <a:p>
            <a:pPr marL="285750" indent="-285750">
              <a:buFont typeface="Calibri"/>
              <a:buChar char="-"/>
            </a:pPr>
            <a:r>
              <a:rPr lang="en-US">
                <a:ea typeface="Calibri"/>
                <a:cs typeface="Calibri"/>
              </a:rPr>
              <a:t>Heat sink alternative</a:t>
            </a:r>
          </a:p>
          <a:p>
            <a:pPr marL="285750" indent="-285750">
              <a:buFont typeface="Calibri"/>
              <a:buChar char="-"/>
            </a:pPr>
            <a:r>
              <a:rPr lang="en-US">
                <a:ea typeface="Calibri"/>
                <a:cs typeface="Calibri"/>
              </a:rPr>
              <a:t>Improved chassis design for better sensors mounting</a:t>
            </a:r>
          </a:p>
        </p:txBody>
      </p:sp>
    </p:spTree>
    <p:extLst>
      <p:ext uri="{BB962C8B-B14F-4D97-AF65-F5344CB8AC3E}">
        <p14:creationId xmlns:p14="http://schemas.microsoft.com/office/powerpoint/2010/main" val="43494199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46D6A7-5A17-80AD-0628-675BC58E2BBB}"/>
              </a:ext>
            </a:extLst>
          </p:cNvPr>
          <p:cNvSpPr>
            <a:spLocks noGrp="1"/>
          </p:cNvSpPr>
          <p:nvPr>
            <p:ph type="title"/>
          </p:nvPr>
        </p:nvSpPr>
        <p:spPr>
          <a:xfrm>
            <a:off x="-18689" y="609600"/>
            <a:ext cx="12216141" cy="1513776"/>
          </a:xfrm>
        </p:spPr>
        <p:txBody>
          <a:bodyPr/>
          <a:lstStyle/>
          <a:p>
            <a:pPr algn="ctr"/>
            <a:r>
              <a:rPr lang="en-GB">
                <a:ea typeface="+mj-lt"/>
                <a:cs typeface="+mj-lt"/>
              </a:rPr>
              <a:t>References</a:t>
            </a:r>
            <a:endParaRPr lang="en-US" b="1">
              <a:ea typeface="+mj-lt"/>
              <a:cs typeface="+mj-lt"/>
            </a:endParaRPr>
          </a:p>
        </p:txBody>
      </p:sp>
      <p:sp>
        <p:nvSpPr>
          <p:cNvPr id="3" name="Content Placeholder 2">
            <a:extLst>
              <a:ext uri="{FF2B5EF4-FFF2-40B4-BE49-F238E27FC236}">
                <a16:creationId xmlns:a16="http://schemas.microsoft.com/office/drawing/2014/main" id="{FCFA2888-242F-BEF7-C94D-D91AD552E044}"/>
              </a:ext>
            </a:extLst>
          </p:cNvPr>
          <p:cNvSpPr>
            <a:spLocks noGrp="1"/>
          </p:cNvSpPr>
          <p:nvPr>
            <p:ph idx="1"/>
          </p:nvPr>
        </p:nvSpPr>
        <p:spPr/>
        <p:txBody>
          <a:bodyPr vert="horz" lIns="91440" tIns="45720" rIns="91440" bIns="45720" rtlCol="0" anchor="t">
            <a:normAutofit fontScale="92500" lnSpcReduction="20000"/>
          </a:bodyPr>
          <a:lstStyle/>
          <a:p>
            <a:pPr>
              <a:buNone/>
            </a:pPr>
            <a:r>
              <a:rPr lang="en-US">
                <a:ea typeface="+mn-lt"/>
                <a:cs typeface="+mn-lt"/>
              </a:rPr>
              <a:t>[1] IEEE, “Document 9994475,” </a:t>
            </a:r>
            <a:r>
              <a:rPr lang="en-US" i="1">
                <a:ea typeface="+mn-lt"/>
                <a:cs typeface="+mn-lt"/>
              </a:rPr>
              <a:t>IEEE Xplore Digital Library</a:t>
            </a:r>
            <a:r>
              <a:rPr lang="en-US">
                <a:ea typeface="+mn-lt"/>
                <a:cs typeface="+mn-lt"/>
              </a:rPr>
              <a:t>. Available: </a:t>
            </a:r>
            <a:r>
              <a:rPr lang="en-US">
                <a:ea typeface="+mn-lt"/>
                <a:cs typeface="+mn-lt"/>
                <a:hlinkClick r:id="rId2"/>
              </a:rPr>
              <a:t>https://ieeexplore.ieee.org/document/9994475</a:t>
            </a:r>
            <a:r>
              <a:rPr lang="en-US">
                <a:ea typeface="+mn-lt"/>
                <a:cs typeface="+mn-lt"/>
              </a:rPr>
              <a:t>. Accessed: Apr. 27, 2026.</a:t>
            </a:r>
            <a:endParaRPr lang="en-US"/>
          </a:p>
          <a:p>
            <a:pPr>
              <a:buNone/>
            </a:pPr>
            <a:r>
              <a:rPr lang="en-US">
                <a:ea typeface="+mn-lt"/>
                <a:cs typeface="+mn-lt"/>
              </a:rPr>
              <a:t>[2] RS Components, “Stepper Motor Guide,” </a:t>
            </a:r>
            <a:r>
              <a:rPr lang="en-US" i="1">
                <a:ea typeface="+mn-lt"/>
                <a:cs typeface="+mn-lt"/>
              </a:rPr>
              <a:t>RS Online</a:t>
            </a:r>
            <a:r>
              <a:rPr lang="en-US">
                <a:ea typeface="+mn-lt"/>
                <a:cs typeface="+mn-lt"/>
              </a:rPr>
              <a:t>. Available: </a:t>
            </a:r>
            <a:r>
              <a:rPr lang="en-US">
                <a:ea typeface="+mn-lt"/>
                <a:cs typeface="+mn-lt"/>
                <a:hlinkClick r:id="rId3"/>
              </a:rPr>
              <a:t>https://uk.rs-online.com/web/content/discovery/ideas-and-advice/stepper-motors-guide</a:t>
            </a:r>
            <a:r>
              <a:rPr lang="en-US">
                <a:ea typeface="+mn-lt"/>
                <a:cs typeface="+mn-lt"/>
              </a:rPr>
              <a:t>. Accessed: Apr. 27, 2026.</a:t>
            </a:r>
            <a:endParaRPr lang="en-US"/>
          </a:p>
          <a:p>
            <a:pPr>
              <a:buNone/>
            </a:pPr>
            <a:r>
              <a:rPr lang="en-US">
                <a:ea typeface="+mn-lt"/>
                <a:cs typeface="+mn-lt"/>
              </a:rPr>
              <a:t>[3] Sharp Corporation, “</a:t>
            </a:r>
            <a:r>
              <a:rPr lang="en-US" err="1">
                <a:ea typeface="+mn-lt"/>
                <a:cs typeface="+mn-lt"/>
              </a:rPr>
              <a:t>Breakbeam</a:t>
            </a:r>
            <a:r>
              <a:rPr lang="en-US">
                <a:ea typeface="+mn-lt"/>
                <a:cs typeface="+mn-lt"/>
              </a:rPr>
              <a:t> Sensor Sharp IS471F Datasheet,” </a:t>
            </a:r>
            <a:r>
              <a:rPr lang="en-US" i="1">
                <a:ea typeface="+mn-lt"/>
                <a:cs typeface="+mn-lt"/>
              </a:rPr>
              <a:t>Carnegie Mellon / CSAIL Course Materials</a:t>
            </a:r>
            <a:r>
              <a:rPr lang="en-US">
                <a:ea typeface="+mn-lt"/>
                <a:cs typeface="+mn-lt"/>
              </a:rPr>
              <a:t>, 2014. Available: </a:t>
            </a:r>
            <a:r>
              <a:rPr lang="en-US">
                <a:ea typeface="+mn-lt"/>
                <a:cs typeface="+mn-lt"/>
                <a:hlinkClick r:id="rId4"/>
              </a:rPr>
              <a:t>https://courses.csail.mit.edu/6.141/spring2014/pub/labs/lab7/docs/Breakbeam-Sensor-Sharp-IS471F.pdf</a:t>
            </a:r>
            <a:r>
              <a:rPr lang="en-US">
                <a:ea typeface="+mn-lt"/>
                <a:cs typeface="+mn-lt"/>
              </a:rPr>
              <a:t>.</a:t>
            </a:r>
          </a:p>
          <a:p>
            <a:pPr>
              <a:buNone/>
            </a:pPr>
            <a:r>
              <a:rPr lang="en-US">
                <a:ea typeface="+mn-lt"/>
                <a:cs typeface="+mn-lt"/>
              </a:rPr>
              <a:t>[4] </a:t>
            </a:r>
            <a:r>
              <a:rPr lang="en-US" err="1">
                <a:ea typeface="+mn-lt"/>
                <a:cs typeface="+mn-lt"/>
              </a:rPr>
              <a:t>SparkFun</a:t>
            </a:r>
            <a:r>
              <a:rPr lang="en-US">
                <a:ea typeface="+mn-lt"/>
                <a:cs typeface="+mn-lt"/>
              </a:rPr>
              <a:t> Electronics, “HC-SR04 Ultrasonic Sensor Datasheet,” </a:t>
            </a:r>
            <a:r>
              <a:rPr lang="en-US" i="1" err="1">
                <a:ea typeface="+mn-lt"/>
                <a:cs typeface="+mn-lt"/>
              </a:rPr>
              <a:t>SparkFun</a:t>
            </a:r>
            <a:r>
              <a:rPr lang="en-US">
                <a:ea typeface="+mn-lt"/>
                <a:cs typeface="+mn-lt"/>
              </a:rPr>
              <a:t>, 2013. Available: </a:t>
            </a:r>
            <a:r>
              <a:rPr lang="en-US">
                <a:ea typeface="+mn-lt"/>
                <a:cs typeface="+mn-lt"/>
                <a:hlinkClick r:id="rId5"/>
              </a:rPr>
              <a:t>https://cdn.sparkfun.com/datasheets/Sensors/Proximity/HCSR04.pdf</a:t>
            </a:r>
            <a:r>
              <a:rPr lang="en-US">
                <a:ea typeface="+mn-lt"/>
                <a:cs typeface="+mn-lt"/>
              </a:rPr>
              <a:t>. Accessed: Apr. 27, 2026. Accessed: Apr. 27, 2026.</a:t>
            </a:r>
          </a:p>
          <a:p>
            <a:pPr>
              <a:buNone/>
            </a:pPr>
            <a:r>
              <a:rPr lang="en-US">
                <a:ea typeface="+mn-lt"/>
                <a:cs typeface="+mn-lt"/>
              </a:rPr>
              <a:t>[5] IEEE, “MBED OS Documentation,” </a:t>
            </a:r>
            <a:r>
              <a:rPr lang="en-US" i="1">
                <a:ea typeface="+mn-lt"/>
                <a:cs typeface="+mn-lt"/>
              </a:rPr>
              <a:t>ARM MBED Platform</a:t>
            </a:r>
            <a:r>
              <a:rPr lang="en-US">
                <a:ea typeface="+mn-lt"/>
                <a:cs typeface="+mn-lt"/>
              </a:rPr>
              <a:t>. Available: </a:t>
            </a:r>
            <a:r>
              <a:rPr lang="en-US">
                <a:ea typeface="+mn-lt"/>
                <a:cs typeface="+mn-lt"/>
                <a:hlinkClick r:id="rId6"/>
              </a:rPr>
              <a:t>https://os.mbed.com/mbed-os/</a:t>
            </a:r>
            <a:r>
              <a:rPr lang="en-US">
                <a:ea typeface="+mn-lt"/>
                <a:cs typeface="+mn-lt"/>
              </a:rPr>
              <a:t>. Accessed: Apr. 27, 2026</a:t>
            </a:r>
          </a:p>
          <a:p>
            <a:pPr>
              <a:buNone/>
            </a:pPr>
            <a:r>
              <a:rPr lang="en-US">
                <a:ea typeface="+mn-lt"/>
                <a:cs typeface="+mn-lt"/>
              </a:rPr>
              <a:t>[6] University of Westminster, “5ELEN020W Mechanics – Motor Drivers and Selection Procedure,” </a:t>
            </a:r>
            <a:r>
              <a:rPr lang="en-US" i="1">
                <a:ea typeface="+mn-lt"/>
                <a:cs typeface="+mn-lt"/>
              </a:rPr>
              <a:t>Module Lecture Notes (PDF)</a:t>
            </a:r>
            <a:r>
              <a:rPr lang="en-US">
                <a:ea typeface="+mn-lt"/>
                <a:cs typeface="+mn-lt"/>
              </a:rPr>
              <a:t>, 2026. Accessed: Apr. 27, 2026</a:t>
            </a:r>
            <a:endParaRPr lang="en-US">
              <a:ea typeface="Calibri"/>
              <a:cs typeface="Calibri"/>
            </a:endParaRPr>
          </a:p>
        </p:txBody>
      </p:sp>
    </p:spTree>
    <p:extLst>
      <p:ext uri="{BB962C8B-B14F-4D97-AF65-F5344CB8AC3E}">
        <p14:creationId xmlns:p14="http://schemas.microsoft.com/office/powerpoint/2010/main" val="3417964236"/>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elestial">
  <a:themeElements>
    <a:clrScheme name="Celestial">
      <a:dk1>
        <a:sysClr val="windowText" lastClr="000000"/>
      </a:dk1>
      <a:lt1>
        <a:sysClr val="window" lastClr="FFFFFF"/>
      </a:lt1>
      <a:dk2>
        <a:srgbClr val="18276C"/>
      </a:dk2>
      <a:lt2>
        <a:srgbClr val="EBEBEB"/>
      </a:lt2>
      <a:accent1>
        <a:srgbClr val="AC3EC1"/>
      </a:accent1>
      <a:accent2>
        <a:srgbClr val="477BD1"/>
      </a:accent2>
      <a:accent3>
        <a:srgbClr val="46B298"/>
      </a:accent3>
      <a:accent4>
        <a:srgbClr val="90BA4C"/>
      </a:accent4>
      <a:accent5>
        <a:srgbClr val="DD9D31"/>
      </a:accent5>
      <a:accent6>
        <a:srgbClr val="E25247"/>
      </a:accent6>
      <a:hlink>
        <a:srgbClr val="C573D2"/>
      </a:hlink>
      <a:folHlink>
        <a:srgbClr val="CCAEE8"/>
      </a:folHlink>
    </a:clrScheme>
    <a:fontScheme name="Celestial">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elestial">
      <a:fillStyleLst>
        <a:solidFill>
          <a:schemeClr val="phClr"/>
        </a:solidFill>
        <a:gradFill rotWithShape="1">
          <a:gsLst>
            <a:gs pos="0">
              <a:schemeClr val="phClr">
                <a:tint val="70000"/>
                <a:lumMod val="110000"/>
              </a:schemeClr>
            </a:gs>
            <a:gs pos="100000">
              <a:schemeClr val="phClr">
                <a:tint val="82000"/>
                <a:alpha val="74000"/>
              </a:schemeClr>
            </a:gs>
          </a:gsLst>
          <a:lin ang="5400000" scaled="0"/>
        </a:gradFill>
        <a:gradFill rotWithShape="1">
          <a:gsLst>
            <a:gs pos="0">
              <a:schemeClr val="phClr">
                <a:tint val="98000"/>
                <a:lumMod val="100000"/>
              </a:schemeClr>
            </a:gs>
            <a:gs pos="100000">
              <a:schemeClr val="phClr">
                <a:shade val="88000"/>
                <a:lumMod val="88000"/>
              </a:schemeClr>
            </a:gs>
          </a:gsLst>
          <a:lin ang="5400000" scaled="1"/>
        </a:gradFill>
      </a:fillStyleLst>
      <a:lnStyleLst>
        <a:ln w="9525"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65000"/>
              </a:srgbClr>
            </a:outerShdw>
          </a:effectLst>
          <a:scene3d>
            <a:camera prst="orthographicFront">
              <a:rot lat="0" lon="0" rev="0"/>
            </a:camera>
            <a:lightRig rig="threePt" dir="tl">
              <a:rot lat="0" lon="0" rev="1200000"/>
            </a:lightRig>
          </a:scene3d>
          <a:sp3d>
            <a:bevelT w="38100" h="12700"/>
          </a:sp3d>
        </a:effectStyle>
      </a:effectStyleLst>
      <a:bgFillStyleLst>
        <a:solidFill>
          <a:schemeClr val="phClr"/>
        </a:solidFill>
        <a:gradFill rotWithShape="1">
          <a:gsLst>
            <a:gs pos="0">
              <a:schemeClr val="phClr">
                <a:tint val="90000"/>
                <a:shade val="96000"/>
                <a:hueMod val="100000"/>
                <a:satMod val="180000"/>
                <a:lumMod val="110000"/>
              </a:schemeClr>
            </a:gs>
            <a:gs pos="100000">
              <a:schemeClr val="phClr">
                <a:shade val="96000"/>
                <a:satMod val="160000"/>
                <a:lumMod val="100000"/>
              </a:schemeClr>
            </a:gs>
          </a:gsLst>
          <a:lin ang="4740000" scaled="1"/>
        </a:gradFill>
        <a:blipFill>
          <a:blip xmlns:r="http://schemas.openxmlformats.org/officeDocument/2006/relationships" r:embed="rId1"/>
          <a:stretch/>
        </a:blipFill>
      </a:bgFillStyleLst>
    </a:fmtScheme>
  </a:themeElements>
  <a:objectDefaults/>
  <a:extraClrSchemeLst/>
  <a:extLst>
    <a:ext uri="{05A4C25C-085E-4340-85A3-A5531E510DB2}">
      <thm15:themeFamily xmlns:thm15="http://schemas.microsoft.com/office/thememl/2012/main" name="Celestial" id="{C4BB2A3D-0E93-4C5F-B0D2-9D3FCE089CC5}" vid="{42E5908D-19A2-46FD-89FA-638B126129E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Application>Microsoft Office PowerPoint</Application>
  <PresentationFormat>Widescreen</PresentationFormat>
  <Slides>24</Slides>
  <Notes>3</Notes>
  <HiddenSlides>0</HiddenSlides>
  <ScaleCrop>false</ScaleCrop>
  <HeadingPairs>
    <vt:vector size="4" baseType="variant">
      <vt:variant>
        <vt:lpstr>Theme</vt:lpstr>
      </vt:variant>
      <vt:variant>
        <vt:i4>1</vt:i4>
      </vt:variant>
      <vt:variant>
        <vt:lpstr>Slide Titles</vt:lpstr>
      </vt:variant>
      <vt:variant>
        <vt:i4>24</vt:i4>
      </vt:variant>
    </vt:vector>
  </HeadingPairs>
  <TitlesOfParts>
    <vt:vector size="25" baseType="lpstr">
      <vt:lpstr>Celestial</vt:lpstr>
      <vt:lpstr>Group 3 Micro Mouse Presentation  </vt:lpstr>
      <vt:lpstr>ALLOCATION and method of tasks</vt:lpstr>
      <vt:lpstr> aim of the Project </vt:lpstr>
      <vt:lpstr>Background theory / Tools used</vt:lpstr>
      <vt:lpstr>Background theory / Motors used</vt:lpstr>
      <vt:lpstr>Background theory / Sensors used</vt:lpstr>
      <vt:lpstr>Background theory / Software used</vt:lpstr>
      <vt:lpstr>Mechanics of a micro mouse</vt:lpstr>
      <vt:lpstr>Broader concerns: Sustainability</vt:lpstr>
      <vt:lpstr>            Broader concerns: Commercial Matters</vt:lpstr>
      <vt:lpstr>                                 social impact</vt:lpstr>
      <vt:lpstr>                   Product life cycles &amp; Risk </vt:lpstr>
      <vt:lpstr>System implementation</vt:lpstr>
      <vt:lpstr>       Hardware Implementation </vt:lpstr>
      <vt:lpstr>Hardware Implementation </vt:lpstr>
      <vt:lpstr>Implementation </vt:lpstr>
      <vt:lpstr>      Overall Design &amp; Architecture</vt:lpstr>
      <vt:lpstr>  Timing for sensor reads and motor control</vt:lpstr>
      <vt:lpstr> Confidence testing and handling of sensors</vt:lpstr>
      <vt:lpstr> Confidence testing and handling of sensors part2</vt:lpstr>
      <vt:lpstr>  implementation of navigation state machine</vt:lpstr>
      <vt:lpstr>Results</vt:lpstr>
      <vt:lpstr>                                     Conclusion </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revision>1</cp:revision>
  <dcterms:created xsi:type="dcterms:W3CDTF">2026-04-27T23:35:27Z</dcterms:created>
  <dcterms:modified xsi:type="dcterms:W3CDTF">2026-04-30T13:59:48Z</dcterms:modified>
</cp:coreProperties>
</file>